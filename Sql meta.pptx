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69" r:id="rId6"/>
    <p:sldId id="282" r:id="rId7"/>
    <p:sldId id="270" r:id="rId8"/>
    <p:sldId id="271" r:id="rId9"/>
    <p:sldId id="272" r:id="rId10"/>
    <p:sldId id="273" r:id="rId11"/>
    <p:sldId id="274" r:id="rId12"/>
    <p:sldId id="275" r:id="rId13"/>
    <p:sldId id="276" r:id="rId14"/>
    <p:sldId id="277" r:id="rId15"/>
    <p:sldId id="278" r:id="rId16"/>
    <p:sldId id="279" r:id="rId17"/>
    <p:sldId id="280"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FFE394-5C8B-478F-8E14-6E6D3ED5C0A0}" v="166" dt="2026-07-07T06:11:08.6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3" autoAdjust="0"/>
    <p:restoredTop sz="94660"/>
  </p:normalViewPr>
  <p:slideViewPr>
    <p:cSldViewPr snapToGrid="0">
      <p:cViewPr varScale="1">
        <p:scale>
          <a:sx n="95" d="100"/>
          <a:sy n="95" d="100"/>
        </p:scale>
        <p:origin x="163"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chan S M" userId="f61e6cafa0270e7a" providerId="LiveId" clId="{A061E8A5-F0D0-4F82-9BD1-7272DABF0135}"/>
    <pc:docChg chg="undo redo custSel addSld delSld modSld sldOrd">
      <pc:chgData name="Lochan S M" userId="f61e6cafa0270e7a" providerId="LiveId" clId="{A061E8A5-F0D0-4F82-9BD1-7272DABF0135}" dt="2026-07-16T09:25:29.433" v="773" actId="122"/>
      <pc:docMkLst>
        <pc:docMk/>
      </pc:docMkLst>
      <pc:sldChg chg="modSp mod">
        <pc:chgData name="Lochan S M" userId="f61e6cafa0270e7a" providerId="LiveId" clId="{A061E8A5-F0D0-4F82-9BD1-7272DABF0135}" dt="2026-07-07T04:51:36.197" v="13" actId="20577"/>
        <pc:sldMkLst>
          <pc:docMk/>
          <pc:sldMk cId="3946934594" sldId="256"/>
        </pc:sldMkLst>
        <pc:spChg chg="mod">
          <ac:chgData name="Lochan S M" userId="f61e6cafa0270e7a" providerId="LiveId" clId="{A061E8A5-F0D0-4F82-9BD1-7272DABF0135}" dt="2026-07-07T04:51:30.050" v="4" actId="20577"/>
          <ac:spMkLst>
            <pc:docMk/>
            <pc:sldMk cId="3946934594" sldId="256"/>
            <ac:spMk id="2" creationId="{632BE5BF-9922-45FB-8F3F-4446D40A051B}"/>
          </ac:spMkLst>
        </pc:spChg>
        <pc:spChg chg="mod">
          <ac:chgData name="Lochan S M" userId="f61e6cafa0270e7a" providerId="LiveId" clId="{A061E8A5-F0D0-4F82-9BD1-7272DABF0135}" dt="2026-07-07T04:51:36.197" v="13" actId="20577"/>
          <ac:spMkLst>
            <pc:docMk/>
            <pc:sldMk cId="3946934594" sldId="256"/>
            <ac:spMk id="3" creationId="{0D537F64-4C96-4AA8-BB21-E8053A3186DD}"/>
          </ac:spMkLst>
        </pc:spChg>
      </pc:sldChg>
      <pc:sldChg chg="modSp new mod ord">
        <pc:chgData name="Lochan S M" userId="f61e6cafa0270e7a" providerId="LiveId" clId="{A061E8A5-F0D0-4F82-9BD1-7272DABF0135}" dt="2026-07-07T05:07:13.675" v="192" actId="14100"/>
        <pc:sldMkLst>
          <pc:docMk/>
          <pc:sldMk cId="3423516879" sldId="269"/>
        </pc:sldMkLst>
        <pc:spChg chg="mod">
          <ac:chgData name="Lochan S M" userId="f61e6cafa0270e7a" providerId="LiveId" clId="{A061E8A5-F0D0-4F82-9BD1-7272DABF0135}" dt="2026-07-07T05:02:42.516" v="117" actId="255"/>
          <ac:spMkLst>
            <pc:docMk/>
            <pc:sldMk cId="3423516879" sldId="269"/>
            <ac:spMk id="2" creationId="{31F17F40-A0BC-3676-E791-CC1073557E68}"/>
          </ac:spMkLst>
        </pc:spChg>
        <pc:spChg chg="mod">
          <ac:chgData name="Lochan S M" userId="f61e6cafa0270e7a" providerId="LiveId" clId="{A061E8A5-F0D0-4F82-9BD1-7272DABF0135}" dt="2026-07-07T05:07:13.675" v="192" actId="14100"/>
          <ac:spMkLst>
            <pc:docMk/>
            <pc:sldMk cId="3423516879" sldId="269"/>
            <ac:spMk id="4" creationId="{3678915D-8DE9-EB20-853A-B006F073EF38}"/>
          </ac:spMkLst>
        </pc:spChg>
      </pc:sldChg>
      <pc:sldChg chg="addSp delSp modSp new mod">
        <pc:chgData name="Lochan S M" userId="f61e6cafa0270e7a" providerId="LiveId" clId="{A061E8A5-F0D0-4F82-9BD1-7272DABF0135}" dt="2026-07-07T05:17:37.447" v="274" actId="2710"/>
        <pc:sldMkLst>
          <pc:docMk/>
          <pc:sldMk cId="17171995" sldId="270"/>
        </pc:sldMkLst>
        <pc:spChg chg="mod">
          <ac:chgData name="Lochan S M" userId="f61e6cafa0270e7a" providerId="LiveId" clId="{A061E8A5-F0D0-4F82-9BD1-7272DABF0135}" dt="2026-07-07T04:57:21.426" v="90" actId="122"/>
          <ac:spMkLst>
            <pc:docMk/>
            <pc:sldMk cId="17171995" sldId="270"/>
            <ac:spMk id="2" creationId="{2B05FFAF-EB6A-92E7-BE98-AA640E0E6482}"/>
          </ac:spMkLst>
        </pc:spChg>
        <pc:spChg chg="mod">
          <ac:chgData name="Lochan S M" userId="f61e6cafa0270e7a" providerId="LiveId" clId="{A061E8A5-F0D0-4F82-9BD1-7272DABF0135}" dt="2026-07-07T05:17:37.447" v="274" actId="2710"/>
          <ac:spMkLst>
            <pc:docMk/>
            <pc:sldMk cId="17171995" sldId="270"/>
            <ac:spMk id="6" creationId="{5E962F0B-8F68-8D07-8CFD-49DA7D8F3130}"/>
          </ac:spMkLst>
        </pc:spChg>
        <pc:picChg chg="add mod">
          <ac:chgData name="Lochan S M" userId="f61e6cafa0270e7a" providerId="LiveId" clId="{A061E8A5-F0D0-4F82-9BD1-7272DABF0135}" dt="2026-07-07T05:02:15.854" v="114" actId="1076"/>
          <ac:picMkLst>
            <pc:docMk/>
            <pc:sldMk cId="17171995" sldId="270"/>
            <ac:picMk id="8" creationId="{F58A4F9C-48EE-966E-D507-B3AF5B8B4D04}"/>
          </ac:picMkLst>
        </pc:picChg>
      </pc:sldChg>
      <pc:sldChg chg="addSp delSp modSp new mod">
        <pc:chgData name="Lochan S M" userId="f61e6cafa0270e7a" providerId="LiveId" clId="{A061E8A5-F0D0-4F82-9BD1-7272DABF0135}" dt="2026-07-07T05:17:52.093" v="281" actId="14"/>
        <pc:sldMkLst>
          <pc:docMk/>
          <pc:sldMk cId="3711754056" sldId="271"/>
        </pc:sldMkLst>
        <pc:spChg chg="mod">
          <ac:chgData name="Lochan S M" userId="f61e6cafa0270e7a" providerId="LiveId" clId="{A061E8A5-F0D0-4F82-9BD1-7272DABF0135}" dt="2026-07-07T05:05:39.566" v="176" actId="20577"/>
          <ac:spMkLst>
            <pc:docMk/>
            <pc:sldMk cId="3711754056" sldId="271"/>
            <ac:spMk id="2" creationId="{D1C443EA-B77B-29B4-2463-ED4767A47D51}"/>
          </ac:spMkLst>
        </pc:spChg>
        <pc:spChg chg="mod">
          <ac:chgData name="Lochan S M" userId="f61e6cafa0270e7a" providerId="LiveId" clId="{A061E8A5-F0D0-4F82-9BD1-7272DABF0135}" dt="2026-07-07T05:17:52.093" v="281" actId="14"/>
          <ac:spMkLst>
            <pc:docMk/>
            <pc:sldMk cId="3711754056" sldId="271"/>
            <ac:spMk id="5" creationId="{71068271-D1CF-ED41-A952-43D7B60C3E41}"/>
          </ac:spMkLst>
        </pc:spChg>
        <pc:picChg chg="add mod">
          <ac:chgData name="Lochan S M" userId="f61e6cafa0270e7a" providerId="LiveId" clId="{A061E8A5-F0D0-4F82-9BD1-7272DABF0135}" dt="2026-07-07T05:10:37.772" v="222" actId="1076"/>
          <ac:picMkLst>
            <pc:docMk/>
            <pc:sldMk cId="3711754056" sldId="271"/>
            <ac:picMk id="12" creationId="{4112D67D-FB78-A508-90AC-4898E3A312B0}"/>
          </ac:picMkLst>
        </pc:picChg>
      </pc:sldChg>
      <pc:sldChg chg="addSp modSp new mod">
        <pc:chgData name="Lochan S M" userId="f61e6cafa0270e7a" providerId="LiveId" clId="{A061E8A5-F0D0-4F82-9BD1-7272DABF0135}" dt="2026-07-07T05:18:25.333" v="285" actId="1076"/>
        <pc:sldMkLst>
          <pc:docMk/>
          <pc:sldMk cId="1300041929" sldId="272"/>
        </pc:sldMkLst>
        <pc:spChg chg="mod">
          <ac:chgData name="Lochan S M" userId="f61e6cafa0270e7a" providerId="LiveId" clId="{A061E8A5-F0D0-4F82-9BD1-7272DABF0135}" dt="2026-07-07T05:18:25.333" v="285" actId="1076"/>
          <ac:spMkLst>
            <pc:docMk/>
            <pc:sldMk cId="1300041929" sldId="272"/>
            <ac:spMk id="2" creationId="{F4F70CC9-8A11-96E5-12CF-2A6D89ECFA0A}"/>
          </ac:spMkLst>
        </pc:spChg>
        <pc:spChg chg="mod">
          <ac:chgData name="Lochan S M" userId="f61e6cafa0270e7a" providerId="LiveId" clId="{A061E8A5-F0D0-4F82-9BD1-7272DABF0135}" dt="2026-07-07T05:18:04.637" v="284" actId="113"/>
          <ac:spMkLst>
            <pc:docMk/>
            <pc:sldMk cId="1300041929" sldId="272"/>
            <ac:spMk id="4" creationId="{EA193911-9A19-FAB3-A3C7-1DB6DFC82151}"/>
          </ac:spMkLst>
        </pc:spChg>
        <pc:picChg chg="add mod">
          <ac:chgData name="Lochan S M" userId="f61e6cafa0270e7a" providerId="LiveId" clId="{A061E8A5-F0D0-4F82-9BD1-7272DABF0135}" dt="2026-07-07T05:16:07.610" v="269" actId="1076"/>
          <ac:picMkLst>
            <pc:docMk/>
            <pc:sldMk cId="1300041929" sldId="272"/>
            <ac:picMk id="5" creationId="{EB47F006-67C8-0945-50FC-B07BCDBE9EE2}"/>
          </ac:picMkLst>
        </pc:picChg>
      </pc:sldChg>
      <pc:sldChg chg="addSp delSp modSp new mod">
        <pc:chgData name="Lochan S M" userId="f61e6cafa0270e7a" providerId="LiveId" clId="{A061E8A5-F0D0-4F82-9BD1-7272DABF0135}" dt="2026-07-07T05:23:11.762" v="320" actId="1076"/>
        <pc:sldMkLst>
          <pc:docMk/>
          <pc:sldMk cId="3380512881" sldId="273"/>
        </pc:sldMkLst>
        <pc:spChg chg="mod">
          <ac:chgData name="Lochan S M" userId="f61e6cafa0270e7a" providerId="LiveId" clId="{A061E8A5-F0D0-4F82-9BD1-7272DABF0135}" dt="2026-07-07T05:18:58.314" v="298" actId="20577"/>
          <ac:spMkLst>
            <pc:docMk/>
            <pc:sldMk cId="3380512881" sldId="273"/>
            <ac:spMk id="2" creationId="{C855C945-7958-44E2-6404-A391A5854401}"/>
          </ac:spMkLst>
        </pc:spChg>
        <pc:spChg chg="mod">
          <ac:chgData name="Lochan S M" userId="f61e6cafa0270e7a" providerId="LiveId" clId="{A061E8A5-F0D0-4F82-9BD1-7272DABF0135}" dt="2026-07-07T05:23:11.762" v="320" actId="1076"/>
          <ac:spMkLst>
            <pc:docMk/>
            <pc:sldMk cId="3380512881" sldId="273"/>
            <ac:spMk id="4" creationId="{1A3EF40C-C25E-257E-6D42-7298477E2FF8}"/>
          </ac:spMkLst>
        </pc:spChg>
        <pc:picChg chg="add mod">
          <ac:chgData name="Lochan S M" userId="f61e6cafa0270e7a" providerId="LiveId" clId="{A061E8A5-F0D0-4F82-9BD1-7272DABF0135}" dt="2026-07-07T05:21:57.260" v="314" actId="1076"/>
          <ac:picMkLst>
            <pc:docMk/>
            <pc:sldMk cId="3380512881" sldId="273"/>
            <ac:picMk id="7" creationId="{9F6C8712-E2C1-1983-1117-E208F1EB55EE}"/>
          </ac:picMkLst>
        </pc:picChg>
      </pc:sldChg>
      <pc:sldChg chg="addSp modSp new mod">
        <pc:chgData name="Lochan S M" userId="f61e6cafa0270e7a" providerId="LiveId" clId="{A061E8A5-F0D0-4F82-9BD1-7272DABF0135}" dt="2026-07-07T05:33:33.038" v="400" actId="1076"/>
        <pc:sldMkLst>
          <pc:docMk/>
          <pc:sldMk cId="2279564785" sldId="274"/>
        </pc:sldMkLst>
        <pc:spChg chg="mod">
          <ac:chgData name="Lochan S M" userId="f61e6cafa0270e7a" providerId="LiveId" clId="{A061E8A5-F0D0-4F82-9BD1-7272DABF0135}" dt="2026-07-07T05:24:48.286" v="325" actId="122"/>
          <ac:spMkLst>
            <pc:docMk/>
            <pc:sldMk cId="2279564785" sldId="274"/>
            <ac:spMk id="2" creationId="{6066A64A-7C1F-6A44-8F3E-D436773A676C}"/>
          </ac:spMkLst>
        </pc:spChg>
        <pc:spChg chg="mod">
          <ac:chgData name="Lochan S M" userId="f61e6cafa0270e7a" providerId="LiveId" clId="{A061E8A5-F0D0-4F82-9BD1-7272DABF0135}" dt="2026-07-07T05:33:33.038" v="400" actId="1076"/>
          <ac:spMkLst>
            <pc:docMk/>
            <pc:sldMk cId="2279564785" sldId="274"/>
            <ac:spMk id="4" creationId="{70F9C013-B1B1-C08C-52E0-97C47074A725}"/>
          </ac:spMkLst>
        </pc:spChg>
        <pc:graphicFrameChg chg="add mod">
          <ac:chgData name="Lochan S M" userId="f61e6cafa0270e7a" providerId="LiveId" clId="{A061E8A5-F0D0-4F82-9BD1-7272DABF0135}" dt="2026-07-07T05:32:49.354" v="393" actId="255"/>
          <ac:graphicFrameMkLst>
            <pc:docMk/>
            <pc:sldMk cId="2279564785" sldId="274"/>
            <ac:graphicFrameMk id="5" creationId="{DAFD0A77-AAAE-E53E-1081-7B16826817BE}"/>
          </ac:graphicFrameMkLst>
        </pc:graphicFrameChg>
      </pc:sldChg>
      <pc:sldChg chg="addSp modSp new mod">
        <pc:chgData name="Lochan S M" userId="f61e6cafa0270e7a" providerId="LiveId" clId="{A061E8A5-F0D0-4F82-9BD1-7272DABF0135}" dt="2026-07-07T05:44:35.327" v="462" actId="27918"/>
        <pc:sldMkLst>
          <pc:docMk/>
          <pc:sldMk cId="3193612928" sldId="275"/>
        </pc:sldMkLst>
        <pc:spChg chg="mod">
          <ac:chgData name="Lochan S M" userId="f61e6cafa0270e7a" providerId="LiveId" clId="{A061E8A5-F0D0-4F82-9BD1-7272DABF0135}" dt="2026-07-07T05:38:30.052" v="436" actId="20577"/>
          <ac:spMkLst>
            <pc:docMk/>
            <pc:sldMk cId="3193612928" sldId="275"/>
            <ac:spMk id="2" creationId="{905BC859-1E58-E4E2-2F02-E8728BD0774D}"/>
          </ac:spMkLst>
        </pc:spChg>
        <pc:spChg chg="mod">
          <ac:chgData name="Lochan S M" userId="f61e6cafa0270e7a" providerId="LiveId" clId="{A061E8A5-F0D0-4F82-9BD1-7272DABF0135}" dt="2026-07-07T05:39:12.176" v="443" actId="1076"/>
          <ac:spMkLst>
            <pc:docMk/>
            <pc:sldMk cId="3193612928" sldId="275"/>
            <ac:spMk id="4" creationId="{3339DC58-CB86-9D63-1044-7722E75BF5E1}"/>
          </ac:spMkLst>
        </pc:spChg>
        <pc:graphicFrameChg chg="add mod">
          <ac:chgData name="Lochan S M" userId="f61e6cafa0270e7a" providerId="LiveId" clId="{A061E8A5-F0D0-4F82-9BD1-7272DABF0135}" dt="2026-07-07T05:37:58.643" v="411" actId="113"/>
          <ac:graphicFrameMkLst>
            <pc:docMk/>
            <pc:sldMk cId="3193612928" sldId="275"/>
            <ac:graphicFrameMk id="5" creationId="{DF45F6E3-8FC4-D5EC-048D-90CBD1D63D34}"/>
          </ac:graphicFrameMkLst>
        </pc:graphicFrameChg>
      </pc:sldChg>
      <pc:sldChg chg="addSp modSp new mod">
        <pc:chgData name="Lochan S M" userId="f61e6cafa0270e7a" providerId="LiveId" clId="{A061E8A5-F0D0-4F82-9BD1-7272DABF0135}" dt="2026-07-07T05:45:59.639" v="490" actId="1076"/>
        <pc:sldMkLst>
          <pc:docMk/>
          <pc:sldMk cId="2143953430" sldId="276"/>
        </pc:sldMkLst>
        <pc:spChg chg="mod">
          <ac:chgData name="Lochan S M" userId="f61e6cafa0270e7a" providerId="LiveId" clId="{A061E8A5-F0D0-4F82-9BD1-7272DABF0135}" dt="2026-07-07T05:45:22.828" v="483"/>
          <ac:spMkLst>
            <pc:docMk/>
            <pc:sldMk cId="2143953430" sldId="276"/>
            <ac:spMk id="2" creationId="{8D13041D-860C-4604-96E5-77343C267D93}"/>
          </ac:spMkLst>
        </pc:spChg>
        <pc:spChg chg="mod">
          <ac:chgData name="Lochan S M" userId="f61e6cafa0270e7a" providerId="LiveId" clId="{A061E8A5-F0D0-4F82-9BD1-7272DABF0135}" dt="2026-07-07T05:45:59.639" v="490" actId="1076"/>
          <ac:spMkLst>
            <pc:docMk/>
            <pc:sldMk cId="2143953430" sldId="276"/>
            <ac:spMk id="4" creationId="{2842700F-D8FB-BE04-6CD9-C62427C0B4BC}"/>
          </ac:spMkLst>
        </pc:spChg>
        <pc:graphicFrameChg chg="add mod">
          <ac:chgData name="Lochan S M" userId="f61e6cafa0270e7a" providerId="LiveId" clId="{A061E8A5-F0D0-4F82-9BD1-7272DABF0135}" dt="2026-07-07T05:43:46.152" v="460"/>
          <ac:graphicFrameMkLst>
            <pc:docMk/>
            <pc:sldMk cId="2143953430" sldId="276"/>
            <ac:graphicFrameMk id="5" creationId="{E6BBA15B-B7B5-7E1C-482C-ACF7CE828623}"/>
          </ac:graphicFrameMkLst>
        </pc:graphicFrameChg>
      </pc:sldChg>
      <pc:sldChg chg="addSp modSp new mod">
        <pc:chgData name="Lochan S M" userId="f61e6cafa0270e7a" providerId="LiveId" clId="{A061E8A5-F0D0-4F82-9BD1-7272DABF0135}" dt="2026-07-07T05:57:26.642" v="598" actId="1076"/>
        <pc:sldMkLst>
          <pc:docMk/>
          <pc:sldMk cId="2548411179" sldId="277"/>
        </pc:sldMkLst>
        <pc:spChg chg="mod">
          <ac:chgData name="Lochan S M" userId="f61e6cafa0270e7a" providerId="LiveId" clId="{A061E8A5-F0D0-4F82-9BD1-7272DABF0135}" dt="2026-07-07T05:50:42.353" v="522" actId="20577"/>
          <ac:spMkLst>
            <pc:docMk/>
            <pc:sldMk cId="2548411179" sldId="277"/>
            <ac:spMk id="2" creationId="{CF14FB96-FEE4-6063-9273-515B12062E4D}"/>
          </ac:spMkLst>
        </pc:spChg>
        <pc:spChg chg="mod">
          <ac:chgData name="Lochan S M" userId="f61e6cafa0270e7a" providerId="LiveId" clId="{A061E8A5-F0D0-4F82-9BD1-7272DABF0135}" dt="2026-07-07T05:57:26.642" v="598" actId="1076"/>
          <ac:spMkLst>
            <pc:docMk/>
            <pc:sldMk cId="2548411179" sldId="277"/>
            <ac:spMk id="4" creationId="{2A3FBCBF-152A-FF81-C58C-AEBCC6C27613}"/>
          </ac:spMkLst>
        </pc:spChg>
        <pc:graphicFrameChg chg="add mod">
          <ac:chgData name="Lochan S M" userId="f61e6cafa0270e7a" providerId="LiveId" clId="{A061E8A5-F0D0-4F82-9BD1-7272DABF0135}" dt="2026-07-07T05:56:36.254" v="589" actId="1076"/>
          <ac:graphicFrameMkLst>
            <pc:docMk/>
            <pc:sldMk cId="2548411179" sldId="277"/>
            <ac:graphicFrameMk id="5" creationId="{728A6D43-EC83-773A-7DC8-0997289CB856}"/>
          </ac:graphicFrameMkLst>
        </pc:graphicFrameChg>
      </pc:sldChg>
      <pc:sldChg chg="addSp delSp modSp new mod">
        <pc:chgData name="Lochan S M" userId="f61e6cafa0270e7a" providerId="LiveId" clId="{A061E8A5-F0D0-4F82-9BD1-7272DABF0135}" dt="2026-07-07T06:00:50.084" v="623" actId="1076"/>
        <pc:sldMkLst>
          <pc:docMk/>
          <pc:sldMk cId="1618703410" sldId="278"/>
        </pc:sldMkLst>
        <pc:spChg chg="mod">
          <ac:chgData name="Lochan S M" userId="f61e6cafa0270e7a" providerId="LiveId" clId="{A061E8A5-F0D0-4F82-9BD1-7272DABF0135}" dt="2026-07-07T05:58:59.704" v="605"/>
          <ac:spMkLst>
            <pc:docMk/>
            <pc:sldMk cId="1618703410" sldId="278"/>
            <ac:spMk id="2" creationId="{3F589A10-8B50-F9EA-827A-3212B0A19A5C}"/>
          </ac:spMkLst>
        </pc:spChg>
        <pc:spChg chg="mod">
          <ac:chgData name="Lochan S M" userId="f61e6cafa0270e7a" providerId="LiveId" clId="{A061E8A5-F0D0-4F82-9BD1-7272DABF0135}" dt="2026-07-07T06:00:47.127" v="622" actId="1076"/>
          <ac:spMkLst>
            <pc:docMk/>
            <pc:sldMk cId="1618703410" sldId="278"/>
            <ac:spMk id="4" creationId="{97E8CF74-C8EC-6D07-A3B6-81899B2F461F}"/>
          </ac:spMkLst>
        </pc:spChg>
        <pc:picChg chg="add mod">
          <ac:chgData name="Lochan S M" userId="f61e6cafa0270e7a" providerId="LiveId" clId="{A061E8A5-F0D0-4F82-9BD1-7272DABF0135}" dt="2026-07-07T06:00:50.084" v="623" actId="1076"/>
          <ac:picMkLst>
            <pc:docMk/>
            <pc:sldMk cId="1618703410" sldId="278"/>
            <ac:picMk id="6" creationId="{3E4228B1-B514-F690-D3A9-A986A82D966E}"/>
          </ac:picMkLst>
        </pc:picChg>
      </pc:sldChg>
      <pc:sldChg chg="modSp new mod">
        <pc:chgData name="Lochan S M" userId="f61e6cafa0270e7a" providerId="LiveId" clId="{A061E8A5-F0D0-4F82-9BD1-7272DABF0135}" dt="2026-07-09T08:15:34.886" v="736" actId="313"/>
        <pc:sldMkLst>
          <pc:docMk/>
          <pc:sldMk cId="3328724831" sldId="279"/>
        </pc:sldMkLst>
        <pc:spChg chg="mod">
          <ac:chgData name="Lochan S M" userId="f61e6cafa0270e7a" providerId="LiveId" clId="{A061E8A5-F0D0-4F82-9BD1-7272DABF0135}" dt="2026-07-07T06:01:50.731" v="643" actId="20577"/>
          <ac:spMkLst>
            <pc:docMk/>
            <pc:sldMk cId="3328724831" sldId="279"/>
            <ac:spMk id="2" creationId="{2A770B0F-9034-8895-85EF-DAD80277511B}"/>
          </ac:spMkLst>
        </pc:spChg>
        <pc:spChg chg="mod">
          <ac:chgData name="Lochan S M" userId="f61e6cafa0270e7a" providerId="LiveId" clId="{A061E8A5-F0D0-4F82-9BD1-7272DABF0135}" dt="2026-07-09T08:15:34.886" v="736" actId="313"/>
          <ac:spMkLst>
            <pc:docMk/>
            <pc:sldMk cId="3328724831" sldId="279"/>
            <ac:spMk id="4" creationId="{B9480BB6-92C9-A476-8962-512A40F8A7BC}"/>
          </ac:spMkLst>
        </pc:spChg>
      </pc:sldChg>
      <pc:sldChg chg="addSp modSp new mod">
        <pc:chgData name="Lochan S M" userId="f61e6cafa0270e7a" providerId="LiveId" clId="{A061E8A5-F0D0-4F82-9BD1-7272DABF0135}" dt="2026-07-07T06:05:24.041" v="690" actId="1076"/>
        <pc:sldMkLst>
          <pc:docMk/>
          <pc:sldMk cId="2042743811" sldId="280"/>
        </pc:sldMkLst>
        <pc:spChg chg="mod">
          <ac:chgData name="Lochan S M" userId="f61e6cafa0270e7a" providerId="LiveId" clId="{A061E8A5-F0D0-4F82-9BD1-7272DABF0135}" dt="2026-07-07T06:03:53.934" v="682" actId="20577"/>
          <ac:spMkLst>
            <pc:docMk/>
            <pc:sldMk cId="2042743811" sldId="280"/>
            <ac:spMk id="2" creationId="{D1587EFD-A427-9946-B324-39E6EBCEFC85}"/>
          </ac:spMkLst>
        </pc:spChg>
        <pc:spChg chg="mod">
          <ac:chgData name="Lochan S M" userId="f61e6cafa0270e7a" providerId="LiveId" clId="{A061E8A5-F0D0-4F82-9BD1-7272DABF0135}" dt="2026-07-07T06:05:15.335" v="689" actId="1076"/>
          <ac:spMkLst>
            <pc:docMk/>
            <pc:sldMk cId="2042743811" sldId="280"/>
            <ac:spMk id="4" creationId="{3BC40D43-BF09-5BD2-00D3-19577FCBAE7D}"/>
          </ac:spMkLst>
        </pc:spChg>
        <pc:picChg chg="add mod">
          <ac:chgData name="Lochan S M" userId="f61e6cafa0270e7a" providerId="LiveId" clId="{A061E8A5-F0D0-4F82-9BD1-7272DABF0135}" dt="2026-07-07T06:05:24.041" v="690" actId="1076"/>
          <ac:picMkLst>
            <pc:docMk/>
            <pc:sldMk cId="2042743811" sldId="280"/>
            <ac:picMk id="5" creationId="{B224DA0D-B758-C978-7D63-5565AE6FE03F}"/>
          </ac:picMkLst>
        </pc:picChg>
      </pc:sldChg>
      <pc:sldChg chg="addSp modSp new mod">
        <pc:chgData name="Lochan S M" userId="f61e6cafa0270e7a" providerId="LiveId" clId="{A061E8A5-F0D0-4F82-9BD1-7272DABF0135}" dt="2026-07-07T06:11:08.663" v="735" actId="1076"/>
        <pc:sldMkLst>
          <pc:docMk/>
          <pc:sldMk cId="2078570123" sldId="281"/>
        </pc:sldMkLst>
        <pc:spChg chg="mod">
          <ac:chgData name="Lochan S M" userId="f61e6cafa0270e7a" providerId="LiveId" clId="{A061E8A5-F0D0-4F82-9BD1-7272DABF0135}" dt="2026-07-07T06:10:53.247" v="732" actId="313"/>
          <ac:spMkLst>
            <pc:docMk/>
            <pc:sldMk cId="2078570123" sldId="281"/>
            <ac:spMk id="2" creationId="{94AA628C-FA21-E4DB-5C78-22EFBEDFD2CB}"/>
          </ac:spMkLst>
        </pc:spChg>
        <pc:spChg chg="mod">
          <ac:chgData name="Lochan S M" userId="f61e6cafa0270e7a" providerId="LiveId" clId="{A061E8A5-F0D0-4F82-9BD1-7272DABF0135}" dt="2026-07-07T06:10:33.964" v="716" actId="12"/>
          <ac:spMkLst>
            <pc:docMk/>
            <pc:sldMk cId="2078570123" sldId="281"/>
            <ac:spMk id="4" creationId="{74722C21-7D08-CFD8-ACC3-A3C23ACAA15A}"/>
          </ac:spMkLst>
        </pc:spChg>
        <pc:picChg chg="add mod">
          <ac:chgData name="Lochan S M" userId="f61e6cafa0270e7a" providerId="LiveId" clId="{A061E8A5-F0D0-4F82-9BD1-7272DABF0135}" dt="2026-07-07T06:11:08.663" v="735" actId="1076"/>
          <ac:picMkLst>
            <pc:docMk/>
            <pc:sldMk cId="2078570123" sldId="281"/>
            <ac:picMk id="5" creationId="{0FBB552C-BB0E-BCCD-7FD4-34E24A195D7D}"/>
          </ac:picMkLst>
        </pc:picChg>
      </pc:sldChg>
      <pc:sldChg chg="addSp delSp modSp new mod">
        <pc:chgData name="Lochan S M" userId="f61e6cafa0270e7a" providerId="LiveId" clId="{A061E8A5-F0D0-4F82-9BD1-7272DABF0135}" dt="2026-07-16T09:25:29.433" v="773" actId="122"/>
        <pc:sldMkLst>
          <pc:docMk/>
          <pc:sldMk cId="4287831348" sldId="282"/>
        </pc:sldMkLst>
        <pc:spChg chg="mod">
          <ac:chgData name="Lochan S M" userId="f61e6cafa0270e7a" providerId="LiveId" clId="{A061E8A5-F0D0-4F82-9BD1-7272DABF0135}" dt="2026-07-16T09:25:29.433" v="773" actId="122"/>
          <ac:spMkLst>
            <pc:docMk/>
            <pc:sldMk cId="4287831348" sldId="282"/>
            <ac:spMk id="2" creationId="{A80628C7-D754-0987-3D14-4FF67F437CF0}"/>
          </ac:spMkLst>
        </pc:spChg>
        <pc:spChg chg="del">
          <ac:chgData name="Lochan S M" userId="f61e6cafa0270e7a" providerId="LiveId" clId="{A061E8A5-F0D0-4F82-9BD1-7272DABF0135}" dt="2026-07-16T09:24:51.499" v="740" actId="478"/>
          <ac:spMkLst>
            <pc:docMk/>
            <pc:sldMk cId="4287831348" sldId="282"/>
            <ac:spMk id="4" creationId="{581DC296-063A-BD1D-9577-32ED2E750F5B}"/>
          </ac:spMkLst>
        </pc:spChg>
        <pc:picChg chg="add mod">
          <ac:chgData name="Lochan S M" userId="f61e6cafa0270e7a" providerId="LiveId" clId="{A061E8A5-F0D0-4F82-9BD1-7272DABF0135}" dt="2026-07-16T09:24:55.390" v="741" actId="1076"/>
          <ac:picMkLst>
            <pc:docMk/>
            <pc:sldMk cId="4287831348" sldId="282"/>
            <ac:picMk id="6" creationId="{1A6C4F4C-5CFA-BC95-A380-9E14A5E255CF}"/>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IN" sz="1800" dirty="0"/>
              <a:t>Top 10 engagements </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Likes </c:v>
                </c:pt>
              </c:strCache>
            </c:strRef>
          </c:tx>
          <c:spPr>
            <a:solidFill>
              <a:schemeClr val="accent1">
                <a:alpha val="70000"/>
              </a:schemeClr>
            </a:solidFill>
            <a:ln>
              <a:noFill/>
            </a:ln>
            <a:effectLst/>
          </c:spPr>
          <c:invertIfNegative val="0"/>
          <c:cat>
            <c:strRef>
              <c:f>Sheet1!$A$2:$A$10</c:f>
              <c:strCache>
                <c:ptCount val="9"/>
                <c:pt idx="0">
                  <c:v>Eveline95</c:v>
                </c:pt>
                <c:pt idx="1">
                  <c:v>Cesar93</c:v>
                </c:pt>
                <c:pt idx="2">
                  <c:v>Clint27</c:v>
                </c:pt>
                <c:pt idx="3">
                  <c:v>Delfina_VonRueden68</c:v>
                </c:pt>
                <c:pt idx="4">
                  <c:v>Aurelie71</c:v>
                </c:pt>
                <c:pt idx="5">
                  <c:v>Jaime53</c:v>
                </c:pt>
                <c:pt idx="6">
                  <c:v>Donald.Fritsch</c:v>
                </c:pt>
                <c:pt idx="7">
                  <c:v>Janet.Armstrong</c:v>
                </c:pt>
                <c:pt idx="8">
                  <c:v>Alexandro35</c:v>
                </c:pt>
              </c:strCache>
            </c:strRef>
          </c:cat>
          <c:val>
            <c:numRef>
              <c:f>Sheet1!$B$2:$B$10</c:f>
              <c:numCache>
                <c:formatCode>General</c:formatCode>
                <c:ptCount val="9"/>
                <c:pt idx="0">
                  <c:v>76</c:v>
                </c:pt>
                <c:pt idx="1">
                  <c:v>77</c:v>
                </c:pt>
                <c:pt idx="2">
                  <c:v>76</c:v>
                </c:pt>
                <c:pt idx="3">
                  <c:v>74</c:v>
                </c:pt>
                <c:pt idx="4">
                  <c:v>76</c:v>
                </c:pt>
                <c:pt idx="5">
                  <c:v>73</c:v>
                </c:pt>
                <c:pt idx="6">
                  <c:v>73</c:v>
                </c:pt>
                <c:pt idx="7">
                  <c:v>68</c:v>
                </c:pt>
                <c:pt idx="8">
                  <c:v>72</c:v>
                </c:pt>
              </c:numCache>
            </c:numRef>
          </c:val>
          <c:extLst>
            <c:ext xmlns:c16="http://schemas.microsoft.com/office/drawing/2014/chart" uri="{C3380CC4-5D6E-409C-BE32-E72D297353CC}">
              <c16:uniqueId val="{00000000-6187-4602-B88E-52ADBF45C179}"/>
            </c:ext>
          </c:extLst>
        </c:ser>
        <c:ser>
          <c:idx val="1"/>
          <c:order val="1"/>
          <c:tx>
            <c:strRef>
              <c:f>Sheet1!$C$1</c:f>
              <c:strCache>
                <c:ptCount val="1"/>
                <c:pt idx="0">
                  <c:v>Comments</c:v>
                </c:pt>
              </c:strCache>
            </c:strRef>
          </c:tx>
          <c:spPr>
            <a:solidFill>
              <a:schemeClr val="accent2">
                <a:alpha val="70000"/>
              </a:schemeClr>
            </a:solidFill>
            <a:ln>
              <a:noFill/>
            </a:ln>
            <a:effectLst/>
          </c:spPr>
          <c:invertIfNegative val="0"/>
          <c:cat>
            <c:strRef>
              <c:f>Sheet1!$A$2:$A$10</c:f>
              <c:strCache>
                <c:ptCount val="9"/>
                <c:pt idx="0">
                  <c:v>Eveline95</c:v>
                </c:pt>
                <c:pt idx="1">
                  <c:v>Cesar93</c:v>
                </c:pt>
                <c:pt idx="2">
                  <c:v>Clint27</c:v>
                </c:pt>
                <c:pt idx="3">
                  <c:v>Delfina_VonRueden68</c:v>
                </c:pt>
                <c:pt idx="4">
                  <c:v>Aurelie71</c:v>
                </c:pt>
                <c:pt idx="5">
                  <c:v>Jaime53</c:v>
                </c:pt>
                <c:pt idx="6">
                  <c:v>Donald.Fritsch</c:v>
                </c:pt>
                <c:pt idx="7">
                  <c:v>Janet.Armstrong</c:v>
                </c:pt>
                <c:pt idx="8">
                  <c:v>Alexandro35</c:v>
                </c:pt>
              </c:strCache>
            </c:strRef>
          </c:cat>
          <c:val>
            <c:numRef>
              <c:f>Sheet1!$C$2:$C$10</c:f>
              <c:numCache>
                <c:formatCode>General</c:formatCode>
                <c:ptCount val="9"/>
                <c:pt idx="0">
                  <c:v>329</c:v>
                </c:pt>
                <c:pt idx="1">
                  <c:v>308</c:v>
                </c:pt>
                <c:pt idx="2">
                  <c:v>299</c:v>
                </c:pt>
                <c:pt idx="3">
                  <c:v>273</c:v>
                </c:pt>
                <c:pt idx="4">
                  <c:v>242</c:v>
                </c:pt>
                <c:pt idx="5">
                  <c:v>229</c:v>
                </c:pt>
                <c:pt idx="6">
                  <c:v>174</c:v>
                </c:pt>
                <c:pt idx="7">
                  <c:v>154</c:v>
                </c:pt>
                <c:pt idx="8">
                  <c:v>148</c:v>
                </c:pt>
              </c:numCache>
            </c:numRef>
          </c:val>
          <c:extLst>
            <c:ext xmlns:c16="http://schemas.microsoft.com/office/drawing/2014/chart" uri="{C3380CC4-5D6E-409C-BE32-E72D297353CC}">
              <c16:uniqueId val="{00000001-6187-4602-B88E-52ADBF45C179}"/>
            </c:ext>
          </c:extLst>
        </c:ser>
        <c:ser>
          <c:idx val="2"/>
          <c:order val="2"/>
          <c:tx>
            <c:strRef>
              <c:f>Sheet1!$D$1</c:f>
              <c:strCache>
                <c:ptCount val="1"/>
                <c:pt idx="0">
                  <c:v>Engagement</c:v>
                </c:pt>
              </c:strCache>
            </c:strRef>
          </c:tx>
          <c:spPr>
            <a:solidFill>
              <a:schemeClr val="accent3">
                <a:alpha val="70000"/>
              </a:schemeClr>
            </a:solidFill>
            <a:ln>
              <a:noFill/>
            </a:ln>
            <a:effectLst/>
          </c:spPr>
          <c:invertIfNegative val="0"/>
          <c:cat>
            <c:strRef>
              <c:f>Sheet1!$A$2:$A$10</c:f>
              <c:strCache>
                <c:ptCount val="9"/>
                <c:pt idx="0">
                  <c:v>Eveline95</c:v>
                </c:pt>
                <c:pt idx="1">
                  <c:v>Cesar93</c:v>
                </c:pt>
                <c:pt idx="2">
                  <c:v>Clint27</c:v>
                </c:pt>
                <c:pt idx="3">
                  <c:v>Delfina_VonRueden68</c:v>
                </c:pt>
                <c:pt idx="4">
                  <c:v>Aurelie71</c:v>
                </c:pt>
                <c:pt idx="5">
                  <c:v>Jaime53</c:v>
                </c:pt>
                <c:pt idx="6">
                  <c:v>Donald.Fritsch</c:v>
                </c:pt>
                <c:pt idx="7">
                  <c:v>Janet.Armstrong</c:v>
                </c:pt>
                <c:pt idx="8">
                  <c:v>Alexandro35</c:v>
                </c:pt>
              </c:strCache>
            </c:strRef>
          </c:cat>
          <c:val>
            <c:numRef>
              <c:f>Sheet1!$D$2:$D$10</c:f>
              <c:numCache>
                <c:formatCode>General</c:formatCode>
                <c:ptCount val="9"/>
                <c:pt idx="0">
                  <c:v>405</c:v>
                </c:pt>
                <c:pt idx="1">
                  <c:v>385</c:v>
                </c:pt>
                <c:pt idx="2">
                  <c:v>375</c:v>
                </c:pt>
                <c:pt idx="3">
                  <c:v>347</c:v>
                </c:pt>
                <c:pt idx="4">
                  <c:v>318</c:v>
                </c:pt>
                <c:pt idx="5">
                  <c:v>302</c:v>
                </c:pt>
                <c:pt idx="6">
                  <c:v>247</c:v>
                </c:pt>
                <c:pt idx="7">
                  <c:v>222</c:v>
                </c:pt>
                <c:pt idx="8">
                  <c:v>220</c:v>
                </c:pt>
              </c:numCache>
            </c:numRef>
          </c:val>
          <c:extLst>
            <c:ext xmlns:c16="http://schemas.microsoft.com/office/drawing/2014/chart" uri="{C3380CC4-5D6E-409C-BE32-E72D297353CC}">
              <c16:uniqueId val="{00000002-6187-4602-B88E-52ADBF45C179}"/>
            </c:ext>
          </c:extLst>
        </c:ser>
        <c:dLbls>
          <c:showLegendKey val="0"/>
          <c:showVal val="0"/>
          <c:showCatName val="0"/>
          <c:showSerName val="0"/>
          <c:showPercent val="0"/>
          <c:showBubbleSize val="0"/>
        </c:dLbls>
        <c:gapWidth val="80"/>
        <c:overlap val="25"/>
        <c:axId val="1089459440"/>
        <c:axId val="994186608"/>
      </c:barChart>
      <c:catAx>
        <c:axId val="108945944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994186608"/>
        <c:crosses val="autoZero"/>
        <c:auto val="1"/>
        <c:lblAlgn val="ctr"/>
        <c:lblOffset val="100"/>
        <c:noMultiLvlLbl val="0"/>
      </c:catAx>
      <c:valAx>
        <c:axId val="9941866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1089459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sz="1800" b="0" dirty="0"/>
              <a:t>Popular Hashtags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tx>
            <c:strRef>
              <c:f>Sheet3!$B$1</c:f>
              <c:strCache>
                <c:ptCount val="1"/>
                <c:pt idx="0">
                  <c:v>Likes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AC53-4E5C-AFB2-086A2D4BDAA0}"/>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AC53-4E5C-AFB2-086A2D4BDAA0}"/>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AC53-4E5C-AFB2-086A2D4BDAA0}"/>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AC53-4E5C-AFB2-086A2D4BDAA0}"/>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AC53-4E5C-AFB2-086A2D4BDAA0}"/>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AC53-4E5C-AFB2-086A2D4BDAA0}"/>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AC53-4E5C-AFB2-086A2D4BDAA0}"/>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AC53-4E5C-AFB2-086A2D4BDAA0}"/>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AC53-4E5C-AFB2-086A2D4BDAA0}"/>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AC53-4E5C-AFB2-086A2D4BDAA0}"/>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Sheet3!$A$2:$A$11</c:f>
              <c:strCache>
                <c:ptCount val="10"/>
                <c:pt idx="0">
                  <c:v>smile</c:v>
                </c:pt>
                <c:pt idx="1">
                  <c:v>beach</c:v>
                </c:pt>
                <c:pt idx="2">
                  <c:v>party</c:v>
                </c:pt>
                <c:pt idx="3">
                  <c:v>fun</c:v>
                </c:pt>
                <c:pt idx="4">
                  <c:v>concert</c:v>
                </c:pt>
                <c:pt idx="5">
                  <c:v>lol</c:v>
                </c:pt>
                <c:pt idx="6">
                  <c:v>food</c:v>
                </c:pt>
                <c:pt idx="7">
                  <c:v>hair</c:v>
                </c:pt>
                <c:pt idx="8">
                  <c:v>happy</c:v>
                </c:pt>
                <c:pt idx="9">
                  <c:v>beauty</c:v>
                </c:pt>
              </c:strCache>
            </c:strRef>
          </c:cat>
          <c:val>
            <c:numRef>
              <c:f>Sheet3!$B$2:$B$11</c:f>
              <c:numCache>
                <c:formatCode>General</c:formatCode>
                <c:ptCount val="10"/>
                <c:pt idx="0">
                  <c:v>59</c:v>
                </c:pt>
                <c:pt idx="1">
                  <c:v>42</c:v>
                </c:pt>
                <c:pt idx="2">
                  <c:v>39</c:v>
                </c:pt>
                <c:pt idx="3">
                  <c:v>38</c:v>
                </c:pt>
                <c:pt idx="4">
                  <c:v>24</c:v>
                </c:pt>
                <c:pt idx="5">
                  <c:v>24</c:v>
                </c:pt>
                <c:pt idx="6">
                  <c:v>24</c:v>
                </c:pt>
                <c:pt idx="7">
                  <c:v>23</c:v>
                </c:pt>
                <c:pt idx="8">
                  <c:v>22</c:v>
                </c:pt>
                <c:pt idx="9">
                  <c:v>20</c:v>
                </c:pt>
              </c:numCache>
            </c:numRef>
          </c:val>
          <c:extLst>
            <c:ext xmlns:c16="http://schemas.microsoft.com/office/drawing/2014/chart" uri="{C3380CC4-5D6E-409C-BE32-E72D297353CC}">
              <c16:uniqueId val="{00000014-AC53-4E5C-AFB2-086A2D4BDAA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sz="1800" dirty="0"/>
              <a:t>Number of posts by each account</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IN"/>
        </a:p>
      </c:txPr>
    </c:title>
    <c:autoTitleDeleted val="0"/>
    <c:plotArea>
      <c:layout/>
      <c:pieChart>
        <c:varyColors val="1"/>
        <c:ser>
          <c:idx val="0"/>
          <c:order val="0"/>
          <c:tx>
            <c:strRef>
              <c:f>Sheet4!$B$1</c:f>
              <c:strCache>
                <c:ptCount val="1"/>
                <c:pt idx="0">
                  <c:v>Posts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DB7C-4B32-A2C6-2A64A2BD1E4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DB7C-4B32-A2C6-2A64A2BD1E4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DB7C-4B32-A2C6-2A64A2BD1E4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DB7C-4B32-A2C6-2A64A2BD1E47}"/>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DB7C-4B32-A2C6-2A64A2BD1E47}"/>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DB7C-4B32-A2C6-2A64A2BD1E47}"/>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DB7C-4B32-A2C6-2A64A2BD1E47}"/>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DB7C-4B32-A2C6-2A64A2BD1E47}"/>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DB7C-4B32-A2C6-2A64A2BD1E47}"/>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DB7C-4B32-A2C6-2A64A2BD1E4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Sheet4!$A$2:$A$11</c:f>
              <c:strCache>
                <c:ptCount val="10"/>
                <c:pt idx="0">
                  <c:v>Eveline95</c:v>
                </c:pt>
                <c:pt idx="1">
                  <c:v>Clint27</c:v>
                </c:pt>
                <c:pt idx="2">
                  <c:v>Cesar93</c:v>
                </c:pt>
                <c:pt idx="3">
                  <c:v>Delfina_VonRueden68</c:v>
                </c:pt>
                <c:pt idx="4">
                  <c:v>Aurelie71</c:v>
                </c:pt>
                <c:pt idx="5">
                  <c:v>Jaime53</c:v>
                </c:pt>
                <c:pt idx="6">
                  <c:v>Donald.Fritsch</c:v>
                </c:pt>
                <c:pt idx="7">
                  <c:v>Janet.Armstrong</c:v>
                </c:pt>
                <c:pt idx="8">
                  <c:v>Travon.Waters</c:v>
                </c:pt>
                <c:pt idx="9">
                  <c:v>Harrison.Beatty50</c:v>
                </c:pt>
              </c:strCache>
            </c:strRef>
          </c:cat>
          <c:val>
            <c:numRef>
              <c:f>Sheet4!$B$2:$B$11</c:f>
              <c:numCache>
                <c:formatCode>General</c:formatCode>
                <c:ptCount val="10"/>
                <c:pt idx="0">
                  <c:v>12</c:v>
                </c:pt>
                <c:pt idx="1">
                  <c:v>11</c:v>
                </c:pt>
                <c:pt idx="2">
                  <c:v>10</c:v>
                </c:pt>
                <c:pt idx="3">
                  <c:v>9</c:v>
                </c:pt>
                <c:pt idx="4">
                  <c:v>8</c:v>
                </c:pt>
                <c:pt idx="5">
                  <c:v>8</c:v>
                </c:pt>
                <c:pt idx="6">
                  <c:v>6</c:v>
                </c:pt>
                <c:pt idx="7">
                  <c:v>5</c:v>
                </c:pt>
                <c:pt idx="8">
                  <c:v>5</c:v>
                </c:pt>
                <c:pt idx="9">
                  <c:v>5</c:v>
                </c:pt>
              </c:numCache>
            </c:numRef>
          </c:val>
          <c:extLst>
            <c:ext xmlns:c16="http://schemas.microsoft.com/office/drawing/2014/chart" uri="{C3380CC4-5D6E-409C-BE32-E72D297353CC}">
              <c16:uniqueId val="{00000014-DB7C-4B32-A2C6-2A64A2BD1E47}"/>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8.1479221347331585E-2"/>
          <c:y val="0.64436971420239131"/>
          <c:w val="0.86759711286089247"/>
          <c:h val="0.3278525080198308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Comparison between number of active users vs inactive users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7B7-49BC-93CA-BF14AB1FA89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7B7-49BC-93CA-BF14AB1FA89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Sheet5!$A$2:$A$3</c:f>
              <c:strCache>
                <c:ptCount val="2"/>
                <c:pt idx="0">
                  <c:v>Active User</c:v>
                </c:pt>
                <c:pt idx="1">
                  <c:v>Inactive User</c:v>
                </c:pt>
              </c:strCache>
            </c:strRef>
          </c:cat>
          <c:val>
            <c:numRef>
              <c:f>Sheet5!$B$2:$B$3</c:f>
              <c:numCache>
                <c:formatCode>General</c:formatCode>
                <c:ptCount val="2"/>
                <c:pt idx="0">
                  <c:v>87</c:v>
                </c:pt>
                <c:pt idx="1">
                  <c:v>13</c:v>
                </c:pt>
              </c:numCache>
            </c:numRef>
          </c:val>
          <c:extLst>
            <c:ext xmlns:c16="http://schemas.microsoft.com/office/drawing/2014/chart" uri="{C3380CC4-5D6E-409C-BE32-E72D297353CC}">
              <c16:uniqueId val="{00000004-E7B7-49BC-93CA-BF14AB1FA899}"/>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7/16/2026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7/16/2026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hyperlink" Target="https://dev.mysql.com/doc/" TargetMode="External"/><Relationship Id="rId7" Type="http://schemas.openxmlformats.org/officeDocument/2006/relationships/image" Target="../media/image8.png"/><Relationship Id="rId2" Type="http://schemas.openxmlformats.org/officeDocument/2006/relationships/hyperlink" Target="https://about.instagram.com/" TargetMode="External"/><Relationship Id="rId1" Type="http://schemas.openxmlformats.org/officeDocument/2006/relationships/slideLayout" Target="../slideLayouts/slideLayout5.xml"/><Relationship Id="rId6" Type="http://schemas.openxmlformats.org/officeDocument/2006/relationships/hyperlink" Target="https://www.w3schools.com/sql/" TargetMode="External"/><Relationship Id="rId5" Type="http://schemas.openxmlformats.org/officeDocument/2006/relationships/hyperlink" Target="https://support.microsoft.com/excel" TargetMode="External"/><Relationship Id="rId4" Type="http://schemas.openxmlformats.org/officeDocument/2006/relationships/hyperlink" Target="https://images.googl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Meta </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Instagram</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7F40-A0BC-3676-E791-CC1073557E68}"/>
              </a:ext>
            </a:extLst>
          </p:cNvPr>
          <p:cNvSpPr>
            <a:spLocks noGrp="1"/>
          </p:cNvSpPr>
          <p:nvPr>
            <p:ph type="title"/>
          </p:nvPr>
        </p:nvSpPr>
        <p:spPr>
          <a:xfrm>
            <a:off x="444500" y="542925"/>
            <a:ext cx="11214100" cy="341632"/>
          </a:xfrm>
        </p:spPr>
        <p:txBody>
          <a:bodyPr/>
          <a:lstStyle/>
          <a:p>
            <a:pPr algn="ctr"/>
            <a:r>
              <a:rPr lang="en-US" sz="1800" dirty="0"/>
              <a:t>Problem Statement</a:t>
            </a:r>
            <a:endParaRPr lang="en-IN" sz="1800" dirty="0"/>
          </a:p>
        </p:txBody>
      </p:sp>
      <p:sp>
        <p:nvSpPr>
          <p:cNvPr id="3" name="Slide Number Placeholder 2">
            <a:extLst>
              <a:ext uri="{FF2B5EF4-FFF2-40B4-BE49-F238E27FC236}">
                <a16:creationId xmlns:a16="http://schemas.microsoft.com/office/drawing/2014/main" id="{2BA24452-777C-3E00-AAAE-A202DC06A7FE}"/>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Text Placeholder 3">
            <a:extLst>
              <a:ext uri="{FF2B5EF4-FFF2-40B4-BE49-F238E27FC236}">
                <a16:creationId xmlns:a16="http://schemas.microsoft.com/office/drawing/2014/main" id="{3678915D-8DE9-EB20-853A-B006F073EF38}"/>
              </a:ext>
            </a:extLst>
          </p:cNvPr>
          <p:cNvSpPr>
            <a:spLocks noGrp="1"/>
          </p:cNvSpPr>
          <p:nvPr>
            <p:ph type="body" sz="quarter" idx="13"/>
          </p:nvPr>
        </p:nvSpPr>
        <p:spPr>
          <a:xfrm>
            <a:off x="729916" y="2735179"/>
            <a:ext cx="10522284" cy="994610"/>
          </a:xfrm>
        </p:spPr>
        <p:txBody>
          <a:bodyPr/>
          <a:lstStyle/>
          <a:p>
            <a:pPr marL="0" indent="0">
              <a:buNone/>
            </a:pPr>
            <a:r>
              <a:rPr lang="en-IN" sz="1400"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p>
        </p:txBody>
      </p:sp>
    </p:spTree>
    <p:extLst>
      <p:ext uri="{BB962C8B-B14F-4D97-AF65-F5344CB8AC3E}">
        <p14:creationId xmlns:p14="http://schemas.microsoft.com/office/powerpoint/2010/main" val="342351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628C7-D754-0987-3D14-4FF67F437CF0}"/>
              </a:ext>
            </a:extLst>
          </p:cNvPr>
          <p:cNvSpPr>
            <a:spLocks noGrp="1"/>
          </p:cNvSpPr>
          <p:nvPr>
            <p:ph type="title"/>
          </p:nvPr>
        </p:nvSpPr>
        <p:spPr>
          <a:xfrm>
            <a:off x="444500" y="542925"/>
            <a:ext cx="11214100" cy="341632"/>
          </a:xfrm>
        </p:spPr>
        <p:txBody>
          <a:bodyPr/>
          <a:lstStyle/>
          <a:p>
            <a:pPr algn="ctr"/>
            <a:r>
              <a:rPr lang="en-US" sz="1800" dirty="0"/>
              <a:t>Data Scheme Representation</a:t>
            </a:r>
            <a:endParaRPr lang="en-IN" sz="1800" dirty="0"/>
          </a:p>
        </p:txBody>
      </p:sp>
      <p:sp>
        <p:nvSpPr>
          <p:cNvPr id="3" name="Slide Number Placeholder 2">
            <a:extLst>
              <a:ext uri="{FF2B5EF4-FFF2-40B4-BE49-F238E27FC236}">
                <a16:creationId xmlns:a16="http://schemas.microsoft.com/office/drawing/2014/main" id="{44E231B0-7001-E7CB-F973-65BFF030E1E9}"/>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pic>
        <p:nvPicPr>
          <p:cNvPr id="6" name="Picture 5">
            <a:extLst>
              <a:ext uri="{FF2B5EF4-FFF2-40B4-BE49-F238E27FC236}">
                <a16:creationId xmlns:a16="http://schemas.microsoft.com/office/drawing/2014/main" id="{1A6C4F4C-5CFA-BC95-A380-9E14A5E255CF}"/>
              </a:ext>
            </a:extLst>
          </p:cNvPr>
          <p:cNvPicPr>
            <a:picLocks noChangeAspect="1"/>
          </p:cNvPicPr>
          <p:nvPr/>
        </p:nvPicPr>
        <p:blipFill>
          <a:blip r:embed="rId2"/>
          <a:stretch>
            <a:fillRect/>
          </a:stretch>
        </p:blipFill>
        <p:spPr>
          <a:xfrm>
            <a:off x="1422546" y="1309582"/>
            <a:ext cx="8961897" cy="5067739"/>
          </a:xfrm>
          <a:prstGeom prst="rect">
            <a:avLst/>
          </a:prstGeom>
        </p:spPr>
      </p:pic>
    </p:spTree>
    <p:extLst>
      <p:ext uri="{BB962C8B-B14F-4D97-AF65-F5344CB8AC3E}">
        <p14:creationId xmlns:p14="http://schemas.microsoft.com/office/powerpoint/2010/main" val="428783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FFAF-EB6A-92E7-BE98-AA640E0E6482}"/>
              </a:ext>
            </a:extLst>
          </p:cNvPr>
          <p:cNvSpPr>
            <a:spLocks noGrp="1"/>
          </p:cNvSpPr>
          <p:nvPr>
            <p:ph type="title"/>
          </p:nvPr>
        </p:nvSpPr>
        <p:spPr>
          <a:xfrm>
            <a:off x="444500" y="542925"/>
            <a:ext cx="11214100" cy="313932"/>
          </a:xfrm>
        </p:spPr>
        <p:txBody>
          <a:bodyPr/>
          <a:lstStyle/>
          <a:p>
            <a:pPr algn="ctr"/>
            <a:r>
              <a:rPr lang="en-US" sz="1600" dirty="0"/>
              <a:t>Introduction</a:t>
            </a:r>
            <a:endParaRPr lang="en-IN" sz="1600" dirty="0"/>
          </a:p>
        </p:txBody>
      </p:sp>
      <p:sp>
        <p:nvSpPr>
          <p:cNvPr id="3" name="Slide Number Placeholder 2">
            <a:extLst>
              <a:ext uri="{FF2B5EF4-FFF2-40B4-BE49-F238E27FC236}">
                <a16:creationId xmlns:a16="http://schemas.microsoft.com/office/drawing/2014/main" id="{711A907C-7F6F-5EEF-8D40-F1E1FDFF4846}"/>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6" name="Content Placeholder 5">
            <a:extLst>
              <a:ext uri="{FF2B5EF4-FFF2-40B4-BE49-F238E27FC236}">
                <a16:creationId xmlns:a16="http://schemas.microsoft.com/office/drawing/2014/main" id="{5E962F0B-8F68-8D07-8CFD-49DA7D8F3130}"/>
              </a:ext>
            </a:extLst>
          </p:cNvPr>
          <p:cNvSpPr>
            <a:spLocks noGrp="1"/>
          </p:cNvSpPr>
          <p:nvPr>
            <p:ph sz="half" idx="2"/>
          </p:nvPr>
        </p:nvSpPr>
        <p:spPr>
          <a:xfrm>
            <a:off x="938213" y="2208045"/>
            <a:ext cx="5157787" cy="2868529"/>
          </a:xfrm>
        </p:spPr>
        <p:txBody>
          <a:bodyPr>
            <a:noAutofit/>
          </a:bodyPr>
          <a:lstStyle/>
          <a:p>
            <a:pPr>
              <a:lnSpc>
                <a:spcPct val="100000"/>
              </a:lnSpc>
            </a:pPr>
            <a:r>
              <a:rPr lang="en-IN" sz="1600" dirty="0">
                <a:latin typeface="Arial (Body)"/>
              </a:rPr>
              <a:t> </a:t>
            </a:r>
            <a:r>
              <a:rPr lang="en-IN" sz="1400" dirty="0">
                <a:latin typeface="Arial (Body)"/>
              </a:rPr>
              <a:t>Instagram generates millions of interactions every day through posts, likes, comments, followers, and hashtags. Analysing this data helps understand user behaviour, content performance, and audience engagement.</a:t>
            </a:r>
          </a:p>
          <a:p>
            <a:pPr>
              <a:lnSpc>
                <a:spcPct val="100000"/>
              </a:lnSpc>
            </a:pPr>
            <a:r>
              <a:rPr lang="en-IN" sz="1400" dirty="0">
                <a:latin typeface="Arial (Body)"/>
              </a:rPr>
              <a:t> This project uses SQL to analyse an Instagram Clone database by combining information from multiple relational tables to answer analytical and business-oriented questions.</a:t>
            </a:r>
          </a:p>
          <a:p>
            <a:pPr>
              <a:lnSpc>
                <a:spcPct val="100000"/>
              </a:lnSpc>
            </a:pPr>
            <a:r>
              <a:rPr lang="en-IN" sz="1400" dirty="0">
                <a:latin typeface="Arial (Body)"/>
              </a:rPr>
              <a:t> The insights generated from this analysis can support marketing decisions, influencer identification, personalized recommendations, and long-term platform growth strategies.</a:t>
            </a:r>
          </a:p>
          <a:p>
            <a:pPr marL="0" indent="0">
              <a:buNone/>
            </a:pPr>
            <a:endParaRPr lang="en-IN" sz="1600" dirty="0"/>
          </a:p>
        </p:txBody>
      </p:sp>
      <p:pic>
        <p:nvPicPr>
          <p:cNvPr id="8" name="Content Placeholder 7" descr="Meta for Developers (@MetaforDevelopers) • Facebook">
            <a:extLst>
              <a:ext uri="{FF2B5EF4-FFF2-40B4-BE49-F238E27FC236}">
                <a16:creationId xmlns:a16="http://schemas.microsoft.com/office/drawing/2014/main" id="{F58A4F9C-48EE-966E-D507-B3AF5B8B4D04}"/>
              </a:ext>
            </a:extLst>
          </p:cNvPr>
          <p:cNvPicPr>
            <a:picLocks noGrp="1" noChangeAspect="1"/>
          </p:cNvPicPr>
          <p:nvPr>
            <p:ph sz="quarter" idx="4"/>
          </p:nvPr>
        </p:nvPicPr>
        <p:blipFill>
          <a:blip r:embed="rId2"/>
          <a:stretch>
            <a:fillRect/>
          </a:stretch>
        </p:blipFill>
        <p:spPr>
          <a:xfrm>
            <a:off x="7400383" y="1951623"/>
            <a:ext cx="3381375" cy="3381375"/>
          </a:xfrm>
          <a:prstGeom prst="rect">
            <a:avLst/>
          </a:prstGeom>
        </p:spPr>
      </p:pic>
    </p:spTree>
    <p:extLst>
      <p:ext uri="{BB962C8B-B14F-4D97-AF65-F5344CB8AC3E}">
        <p14:creationId xmlns:p14="http://schemas.microsoft.com/office/powerpoint/2010/main" val="1717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43EA-B77B-29B4-2463-ED4767A47D51}"/>
              </a:ext>
            </a:extLst>
          </p:cNvPr>
          <p:cNvSpPr>
            <a:spLocks noGrp="1"/>
          </p:cNvSpPr>
          <p:nvPr>
            <p:ph type="title"/>
          </p:nvPr>
        </p:nvSpPr>
        <p:spPr>
          <a:xfrm>
            <a:off x="444500" y="542925"/>
            <a:ext cx="11214100" cy="341632"/>
          </a:xfrm>
        </p:spPr>
        <p:txBody>
          <a:bodyPr/>
          <a:lstStyle/>
          <a:p>
            <a:pPr algn="ctr"/>
            <a:r>
              <a:rPr lang="en-US" sz="1800" b="0" dirty="0"/>
              <a:t>Basic Working of Meta (Instagram)</a:t>
            </a:r>
            <a:endParaRPr lang="en-IN" sz="1800" b="0" dirty="0"/>
          </a:p>
        </p:txBody>
      </p:sp>
      <p:sp>
        <p:nvSpPr>
          <p:cNvPr id="3" name="Slide Number Placeholder 2">
            <a:extLst>
              <a:ext uri="{FF2B5EF4-FFF2-40B4-BE49-F238E27FC236}">
                <a16:creationId xmlns:a16="http://schemas.microsoft.com/office/drawing/2014/main" id="{67AA4CB3-1CDA-316F-0878-A767C810814C}"/>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5" name="Text Placeholder 4">
            <a:extLst>
              <a:ext uri="{FF2B5EF4-FFF2-40B4-BE49-F238E27FC236}">
                <a16:creationId xmlns:a16="http://schemas.microsoft.com/office/drawing/2014/main" id="{71068271-D1CF-ED41-A952-43D7B60C3E41}"/>
              </a:ext>
            </a:extLst>
          </p:cNvPr>
          <p:cNvSpPr>
            <a:spLocks noGrp="1"/>
          </p:cNvSpPr>
          <p:nvPr>
            <p:ph type="body" sz="half" idx="2"/>
          </p:nvPr>
        </p:nvSpPr>
        <p:spPr>
          <a:xfrm>
            <a:off x="444500" y="2064943"/>
            <a:ext cx="4608763" cy="3327920"/>
          </a:xfrm>
        </p:spPr>
        <p:txBody>
          <a:bodyPr>
            <a:normAutofit/>
          </a:bodyPr>
          <a:lstStyle/>
          <a:p>
            <a:pPr>
              <a:lnSpc>
                <a:spcPct val="100000"/>
              </a:lnSpc>
            </a:pPr>
            <a:r>
              <a:rPr lang="en-IN" dirty="0"/>
              <a:t>• </a:t>
            </a:r>
            <a:r>
              <a:rPr lang="en-IN" sz="1400" dirty="0"/>
              <a:t>Instagram, owned by meta, is a social media platform that allows users to share photos, videos, stories, and reels while interacting through likes, comments, shares, and direct messages.</a:t>
            </a:r>
          </a:p>
          <a:p>
            <a:pPr>
              <a:lnSpc>
                <a:spcPct val="100000"/>
              </a:lnSpc>
            </a:pPr>
            <a:r>
              <a:rPr lang="en-IN" sz="1400" dirty="0"/>
              <a:t>• The platform connects users through follower–following relationships and uses intelligent recommendation algorithms to display personalized content based on user interests, engagement history, and browsing behaviour.</a:t>
            </a:r>
          </a:p>
          <a:p>
            <a:pPr>
              <a:lnSpc>
                <a:spcPct val="100000"/>
              </a:lnSpc>
            </a:pPr>
            <a:r>
              <a:rPr lang="en-IN" sz="1400" dirty="0"/>
              <a:t>• Meta analyses user activity and engagement data to improve user experience, enhance content recommendations, deliver targeted advertisements, and help businesses effectively reach their target audience.</a:t>
            </a:r>
          </a:p>
        </p:txBody>
      </p:sp>
      <p:pic>
        <p:nvPicPr>
          <p:cNvPr id="12" name="Picture 11" descr="Meta developer tools: Working at scale - Engineering at Meta">
            <a:extLst>
              <a:ext uri="{FF2B5EF4-FFF2-40B4-BE49-F238E27FC236}">
                <a16:creationId xmlns:a16="http://schemas.microsoft.com/office/drawing/2014/main" id="{4112D67D-FB78-A508-90AC-4898E3A312B0}"/>
              </a:ext>
            </a:extLst>
          </p:cNvPr>
          <p:cNvPicPr>
            <a:picLocks noChangeAspect="1"/>
          </p:cNvPicPr>
          <p:nvPr/>
        </p:nvPicPr>
        <p:blipFill>
          <a:blip r:embed="rId2"/>
          <a:stretch>
            <a:fillRect/>
          </a:stretch>
        </p:blipFill>
        <p:spPr>
          <a:xfrm>
            <a:off x="5806046" y="1960155"/>
            <a:ext cx="5446154" cy="3537497"/>
          </a:xfrm>
          <a:prstGeom prst="rect">
            <a:avLst/>
          </a:prstGeom>
        </p:spPr>
      </p:pic>
    </p:spTree>
    <p:extLst>
      <p:ext uri="{BB962C8B-B14F-4D97-AF65-F5344CB8AC3E}">
        <p14:creationId xmlns:p14="http://schemas.microsoft.com/office/powerpoint/2010/main" val="371175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70CC9-8A11-96E5-12CF-2A6D89ECFA0A}"/>
              </a:ext>
            </a:extLst>
          </p:cNvPr>
          <p:cNvSpPr>
            <a:spLocks noGrp="1"/>
          </p:cNvSpPr>
          <p:nvPr>
            <p:ph type="title"/>
          </p:nvPr>
        </p:nvSpPr>
        <p:spPr>
          <a:xfrm>
            <a:off x="241300" y="542922"/>
            <a:ext cx="11214100" cy="341632"/>
          </a:xfrm>
        </p:spPr>
        <p:txBody>
          <a:bodyPr/>
          <a:lstStyle/>
          <a:p>
            <a:pPr algn="ctr"/>
            <a:r>
              <a:rPr lang="en-US" sz="1800" dirty="0"/>
              <a:t>Quick View of Dataset </a:t>
            </a:r>
            <a:endParaRPr lang="en-IN" sz="1800" dirty="0"/>
          </a:p>
        </p:txBody>
      </p:sp>
      <p:sp>
        <p:nvSpPr>
          <p:cNvPr id="3" name="Slide Number Placeholder 2">
            <a:extLst>
              <a:ext uri="{FF2B5EF4-FFF2-40B4-BE49-F238E27FC236}">
                <a16:creationId xmlns:a16="http://schemas.microsoft.com/office/drawing/2014/main" id="{3C722702-A5AF-7780-7F14-96F5B328A95F}"/>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ext Placeholder 3">
            <a:extLst>
              <a:ext uri="{FF2B5EF4-FFF2-40B4-BE49-F238E27FC236}">
                <a16:creationId xmlns:a16="http://schemas.microsoft.com/office/drawing/2014/main" id="{EA193911-9A19-FAB3-A3C7-1DB6DFC82151}"/>
              </a:ext>
            </a:extLst>
          </p:cNvPr>
          <p:cNvSpPr>
            <a:spLocks noGrp="1"/>
          </p:cNvSpPr>
          <p:nvPr>
            <p:ph type="body" sz="quarter" idx="13"/>
          </p:nvPr>
        </p:nvSpPr>
        <p:spPr>
          <a:xfrm>
            <a:off x="444500" y="2140176"/>
            <a:ext cx="6718300" cy="2577647"/>
          </a:xfrm>
        </p:spPr>
        <p:txBody>
          <a:bodyPr/>
          <a:lstStyle/>
          <a:p>
            <a:r>
              <a:rPr lang="en-IN" sz="1400" dirty="0"/>
              <a:t>The Instagram Clone database consists of seven interconnected tables that store user accounts, uploaded photos, comments, likes, follower relationships, hashtags, and photo-tag mappings.</a:t>
            </a:r>
          </a:p>
          <a:p>
            <a:r>
              <a:rPr lang="en-IN" sz="1400" dirty="0"/>
              <a:t> Primary Keys and Foreign Keys establish relationships between these tables, allowing SQL joins to retrieve meaningful information across multiple entities.</a:t>
            </a:r>
          </a:p>
          <a:p>
            <a:r>
              <a:rPr lang="en-IN" sz="1400" dirty="0"/>
              <a:t> The relational structure enables comprehensive analysis of user engagement, content popularity, follower networks, and hashtag performance using SQL queries.</a:t>
            </a:r>
          </a:p>
          <a:p>
            <a:endParaRPr lang="en-IN" dirty="0"/>
          </a:p>
        </p:txBody>
      </p:sp>
      <p:pic>
        <p:nvPicPr>
          <p:cNvPr id="5" name="Picture 4" descr="Instagram post Vectors - Download Free High-Quality Vectors | Magnific  (formerly Freepik)">
            <a:extLst>
              <a:ext uri="{FF2B5EF4-FFF2-40B4-BE49-F238E27FC236}">
                <a16:creationId xmlns:a16="http://schemas.microsoft.com/office/drawing/2014/main" id="{EB47F006-67C8-0945-50FC-B07BCDBE9EE2}"/>
              </a:ext>
            </a:extLst>
          </p:cNvPr>
          <p:cNvPicPr>
            <a:picLocks noChangeAspect="1"/>
          </p:cNvPicPr>
          <p:nvPr/>
        </p:nvPicPr>
        <p:blipFill>
          <a:blip r:embed="rId2"/>
          <a:stretch>
            <a:fillRect/>
          </a:stretch>
        </p:blipFill>
        <p:spPr>
          <a:xfrm>
            <a:off x="7447881" y="1425239"/>
            <a:ext cx="4007519" cy="4007519"/>
          </a:xfrm>
          <a:prstGeom prst="rect">
            <a:avLst/>
          </a:prstGeom>
        </p:spPr>
      </p:pic>
    </p:spTree>
    <p:extLst>
      <p:ext uri="{BB962C8B-B14F-4D97-AF65-F5344CB8AC3E}">
        <p14:creationId xmlns:p14="http://schemas.microsoft.com/office/powerpoint/2010/main" val="1300041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5C945-7958-44E2-6404-A391A5854401}"/>
              </a:ext>
            </a:extLst>
          </p:cNvPr>
          <p:cNvSpPr>
            <a:spLocks noGrp="1"/>
          </p:cNvSpPr>
          <p:nvPr>
            <p:ph type="title"/>
          </p:nvPr>
        </p:nvSpPr>
        <p:spPr>
          <a:xfrm>
            <a:off x="444500" y="542925"/>
            <a:ext cx="11214100" cy="341632"/>
          </a:xfrm>
        </p:spPr>
        <p:txBody>
          <a:bodyPr/>
          <a:lstStyle/>
          <a:p>
            <a:pPr algn="ctr"/>
            <a:r>
              <a:rPr lang="en-US" sz="1800" dirty="0"/>
              <a:t>Methodology</a:t>
            </a:r>
            <a:endParaRPr lang="en-IN" sz="1800" dirty="0"/>
          </a:p>
        </p:txBody>
      </p:sp>
      <p:sp>
        <p:nvSpPr>
          <p:cNvPr id="3" name="Slide Number Placeholder 2">
            <a:extLst>
              <a:ext uri="{FF2B5EF4-FFF2-40B4-BE49-F238E27FC236}">
                <a16:creationId xmlns:a16="http://schemas.microsoft.com/office/drawing/2014/main" id="{B82493CB-D59C-407D-F402-F118EE014EB9}"/>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Text Placeholder 3">
            <a:extLst>
              <a:ext uri="{FF2B5EF4-FFF2-40B4-BE49-F238E27FC236}">
                <a16:creationId xmlns:a16="http://schemas.microsoft.com/office/drawing/2014/main" id="{1A3EF40C-C25E-257E-6D42-7298477E2FF8}"/>
              </a:ext>
            </a:extLst>
          </p:cNvPr>
          <p:cNvSpPr>
            <a:spLocks noGrp="1"/>
          </p:cNvSpPr>
          <p:nvPr>
            <p:ph type="body" sz="quarter" idx="13"/>
          </p:nvPr>
        </p:nvSpPr>
        <p:spPr>
          <a:xfrm>
            <a:off x="4715710" y="2080018"/>
            <a:ext cx="6060574" cy="3039596"/>
          </a:xfrm>
        </p:spPr>
        <p:txBody>
          <a:bodyPr/>
          <a:lstStyle/>
          <a:p>
            <a:r>
              <a:rPr lang="en-IN" sz="1400" dirty="0"/>
              <a:t>• The dataset was imported into MySQL Workbench, where SQL queries were executed to retrieve, combine, and analyse information stored across multiple tables.</a:t>
            </a:r>
          </a:p>
          <a:p>
            <a:r>
              <a:rPr lang="en-IN" sz="1400" dirty="0"/>
              <a:t>• Advanced SQL concepts including Joins, Aggregate Functions, Common Table Expressions (CTEs), Window Functions, CASE statements, and Subqueries were applied to answer business questions.</a:t>
            </a:r>
          </a:p>
          <a:p>
            <a:r>
              <a:rPr lang="en-IN" sz="1400" dirty="0"/>
              <a:t>• The query outputs were exported to Microsoft Excel and converted into visual charts to simplify interpretation and communicate business insights effectively.</a:t>
            </a:r>
          </a:p>
          <a:p>
            <a:endParaRPr lang="en-IN" dirty="0"/>
          </a:p>
        </p:txBody>
      </p:sp>
      <p:pic>
        <p:nvPicPr>
          <p:cNvPr id="7" name="Picture 6">
            <a:extLst>
              <a:ext uri="{FF2B5EF4-FFF2-40B4-BE49-F238E27FC236}">
                <a16:creationId xmlns:a16="http://schemas.microsoft.com/office/drawing/2014/main" id="{9F6C8712-E2C1-1983-1117-E208F1EB55EE}"/>
              </a:ext>
            </a:extLst>
          </p:cNvPr>
          <p:cNvPicPr>
            <a:picLocks noChangeAspect="1"/>
          </p:cNvPicPr>
          <p:nvPr/>
        </p:nvPicPr>
        <p:blipFill>
          <a:blip r:embed="rId2"/>
          <a:stretch>
            <a:fillRect/>
          </a:stretch>
        </p:blipFill>
        <p:spPr>
          <a:xfrm>
            <a:off x="946403" y="884557"/>
            <a:ext cx="2743281" cy="5235270"/>
          </a:xfrm>
          <a:prstGeom prst="rect">
            <a:avLst/>
          </a:prstGeom>
        </p:spPr>
      </p:pic>
    </p:spTree>
    <p:extLst>
      <p:ext uri="{BB962C8B-B14F-4D97-AF65-F5344CB8AC3E}">
        <p14:creationId xmlns:p14="http://schemas.microsoft.com/office/powerpoint/2010/main" val="3380512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A64A-7C1F-6A44-8F3E-D436773A676C}"/>
              </a:ext>
            </a:extLst>
          </p:cNvPr>
          <p:cNvSpPr>
            <a:spLocks noGrp="1"/>
          </p:cNvSpPr>
          <p:nvPr>
            <p:ph type="title"/>
          </p:nvPr>
        </p:nvSpPr>
        <p:spPr>
          <a:xfrm>
            <a:off x="444500" y="542925"/>
            <a:ext cx="11214100" cy="341632"/>
          </a:xfrm>
        </p:spPr>
        <p:txBody>
          <a:bodyPr/>
          <a:lstStyle/>
          <a:p>
            <a:pPr algn="ctr"/>
            <a:r>
              <a:rPr lang="en-IN" sz="1800" dirty="0"/>
              <a:t>Top User Engagement Analysis</a:t>
            </a:r>
          </a:p>
        </p:txBody>
      </p:sp>
      <p:sp>
        <p:nvSpPr>
          <p:cNvPr id="3" name="Slide Number Placeholder 2">
            <a:extLst>
              <a:ext uri="{FF2B5EF4-FFF2-40B4-BE49-F238E27FC236}">
                <a16:creationId xmlns:a16="http://schemas.microsoft.com/office/drawing/2014/main" id="{D14655C7-C7BC-0797-E19B-082BFB14565A}"/>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ext Placeholder 3">
            <a:extLst>
              <a:ext uri="{FF2B5EF4-FFF2-40B4-BE49-F238E27FC236}">
                <a16:creationId xmlns:a16="http://schemas.microsoft.com/office/drawing/2014/main" id="{70F9C013-B1B1-C08C-52E0-97C47074A725}"/>
              </a:ext>
            </a:extLst>
          </p:cNvPr>
          <p:cNvSpPr>
            <a:spLocks noGrp="1"/>
          </p:cNvSpPr>
          <p:nvPr>
            <p:ph type="body" sz="quarter" idx="13"/>
          </p:nvPr>
        </p:nvSpPr>
        <p:spPr>
          <a:xfrm>
            <a:off x="5168899" y="2349976"/>
            <a:ext cx="6413500" cy="2903621"/>
          </a:xfrm>
        </p:spPr>
        <p:txBody>
          <a:bodyPr/>
          <a:lstStyle/>
          <a:p>
            <a:r>
              <a:rPr lang="en-IN" sz="1400" dirty="0"/>
              <a:t>This analysis identifies the users receiving the highest number of likes and comments across all their posts. Total engagement provides a reliable measure of audience interaction and content performance.</a:t>
            </a:r>
          </a:p>
          <a:p>
            <a:r>
              <a:rPr lang="en-IN" sz="1400" dirty="0"/>
              <a:t> Users with consistently high engagement are valuable contributors to the platform, as they create content that attracts greater audience participation and interaction.</a:t>
            </a:r>
          </a:p>
          <a:p>
            <a:r>
              <a:rPr lang="en-IN" sz="1400" dirty="0"/>
              <a:t> Businesses can collaborate with these users for influencer marketing, promotional campaigns, and brand partnerships to maximize customer reach and engagement.</a:t>
            </a:r>
          </a:p>
          <a:p>
            <a:endParaRPr lang="en-IN" dirty="0"/>
          </a:p>
        </p:txBody>
      </p:sp>
      <p:graphicFrame>
        <p:nvGraphicFramePr>
          <p:cNvPr id="5" name="Chart 4">
            <a:extLst>
              <a:ext uri="{FF2B5EF4-FFF2-40B4-BE49-F238E27FC236}">
                <a16:creationId xmlns:a16="http://schemas.microsoft.com/office/drawing/2014/main" id="{DAFD0A77-AAAE-E53E-1081-7B16826817BE}"/>
              </a:ext>
            </a:extLst>
          </p:cNvPr>
          <p:cNvGraphicFramePr>
            <a:graphicFrameLocks/>
          </p:cNvGraphicFramePr>
          <p:nvPr>
            <p:extLst>
              <p:ext uri="{D42A27DB-BD31-4B8C-83A1-F6EECF244321}">
                <p14:modId xmlns:p14="http://schemas.microsoft.com/office/powerpoint/2010/main" val="1846774058"/>
              </p:ext>
            </p:extLst>
          </p:nvPr>
        </p:nvGraphicFramePr>
        <p:xfrm>
          <a:off x="137695" y="2430187"/>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79564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BC859-1E58-E4E2-2F02-E8728BD0774D}"/>
              </a:ext>
            </a:extLst>
          </p:cNvPr>
          <p:cNvSpPr>
            <a:spLocks noGrp="1"/>
          </p:cNvSpPr>
          <p:nvPr>
            <p:ph type="title"/>
          </p:nvPr>
        </p:nvSpPr>
        <p:spPr>
          <a:xfrm>
            <a:off x="444500" y="542925"/>
            <a:ext cx="11214100" cy="341632"/>
          </a:xfrm>
        </p:spPr>
        <p:txBody>
          <a:bodyPr/>
          <a:lstStyle/>
          <a:p>
            <a:pPr algn="ctr"/>
            <a:r>
              <a:rPr lang="en-US" sz="1800" dirty="0"/>
              <a:t>Most Popular Hashtags</a:t>
            </a:r>
            <a:endParaRPr lang="en-IN" sz="1800" dirty="0"/>
          </a:p>
        </p:txBody>
      </p:sp>
      <p:sp>
        <p:nvSpPr>
          <p:cNvPr id="3" name="Slide Number Placeholder 2">
            <a:extLst>
              <a:ext uri="{FF2B5EF4-FFF2-40B4-BE49-F238E27FC236}">
                <a16:creationId xmlns:a16="http://schemas.microsoft.com/office/drawing/2014/main" id="{E7B69C97-173D-8953-CCD4-7229E90473BD}"/>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ext Placeholder 3">
            <a:extLst>
              <a:ext uri="{FF2B5EF4-FFF2-40B4-BE49-F238E27FC236}">
                <a16:creationId xmlns:a16="http://schemas.microsoft.com/office/drawing/2014/main" id="{3339DC58-CB86-9D63-1044-7722E75BF5E1}"/>
              </a:ext>
            </a:extLst>
          </p:cNvPr>
          <p:cNvSpPr>
            <a:spLocks noGrp="1"/>
          </p:cNvSpPr>
          <p:nvPr>
            <p:ph type="body" sz="quarter" idx="13"/>
          </p:nvPr>
        </p:nvSpPr>
        <p:spPr>
          <a:xfrm>
            <a:off x="5056606" y="2645312"/>
            <a:ext cx="6718300" cy="2080341"/>
          </a:xfrm>
        </p:spPr>
        <p:txBody>
          <a:bodyPr/>
          <a:lstStyle/>
          <a:p>
            <a:r>
              <a:rPr lang="en-IN" sz="1400" dirty="0"/>
              <a:t>This analysis identifies the most frequently used hashtags across the platform by counting how many times each hashtag appears in user posts.</a:t>
            </a:r>
          </a:p>
          <a:p>
            <a:r>
              <a:rPr lang="en-IN" sz="1400" dirty="0"/>
              <a:t> Frequently used hashtags represent popular topics and trends, helping businesses understand audience interests and create more relevant content strategies.</a:t>
            </a:r>
          </a:p>
          <a:p>
            <a:r>
              <a:rPr lang="en-IN" sz="1400" dirty="0"/>
              <a:t> Using trending hashtags can significantly improve content visibility, increase audience reach, and enhance the effectiveness of marketing campaigns.</a:t>
            </a:r>
          </a:p>
          <a:p>
            <a:endParaRPr lang="en-IN" dirty="0"/>
          </a:p>
        </p:txBody>
      </p:sp>
      <p:graphicFrame>
        <p:nvGraphicFramePr>
          <p:cNvPr id="5" name="Chart 4">
            <a:extLst>
              <a:ext uri="{FF2B5EF4-FFF2-40B4-BE49-F238E27FC236}">
                <a16:creationId xmlns:a16="http://schemas.microsoft.com/office/drawing/2014/main" id="{DF45F6E3-8FC4-D5EC-048D-90CBD1D63D34}"/>
              </a:ext>
            </a:extLst>
          </p:cNvPr>
          <p:cNvGraphicFramePr>
            <a:graphicFrameLocks/>
          </p:cNvGraphicFramePr>
          <p:nvPr>
            <p:extLst>
              <p:ext uri="{D42A27DB-BD31-4B8C-83A1-F6EECF244321}">
                <p14:modId xmlns:p14="http://schemas.microsoft.com/office/powerpoint/2010/main" val="3670934608"/>
              </p:ext>
            </p:extLst>
          </p:nvPr>
        </p:nvGraphicFramePr>
        <p:xfrm>
          <a:off x="176462" y="2645312"/>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9361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041D-860C-4604-96E5-77343C267D93}"/>
              </a:ext>
            </a:extLst>
          </p:cNvPr>
          <p:cNvSpPr>
            <a:spLocks noGrp="1"/>
          </p:cNvSpPr>
          <p:nvPr>
            <p:ph type="title"/>
          </p:nvPr>
        </p:nvSpPr>
        <p:spPr>
          <a:xfrm>
            <a:off x="444500" y="542925"/>
            <a:ext cx="11214100" cy="341632"/>
          </a:xfrm>
        </p:spPr>
        <p:txBody>
          <a:bodyPr/>
          <a:lstStyle/>
          <a:p>
            <a:pPr algn="ctr"/>
            <a:r>
              <a:rPr lang="en-IN" sz="1800" dirty="0"/>
              <a:t>Most Active Users by Number of Posts</a:t>
            </a:r>
          </a:p>
        </p:txBody>
      </p:sp>
      <p:sp>
        <p:nvSpPr>
          <p:cNvPr id="3" name="Slide Number Placeholder 2">
            <a:extLst>
              <a:ext uri="{FF2B5EF4-FFF2-40B4-BE49-F238E27FC236}">
                <a16:creationId xmlns:a16="http://schemas.microsoft.com/office/drawing/2014/main" id="{6C865D3B-B7F8-11F2-2EE0-8527A4F3136E}"/>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ext Placeholder 3">
            <a:extLst>
              <a:ext uri="{FF2B5EF4-FFF2-40B4-BE49-F238E27FC236}">
                <a16:creationId xmlns:a16="http://schemas.microsoft.com/office/drawing/2014/main" id="{2842700F-D8FB-BE04-6CD9-C62427C0B4BC}"/>
              </a:ext>
            </a:extLst>
          </p:cNvPr>
          <p:cNvSpPr>
            <a:spLocks noGrp="1"/>
          </p:cNvSpPr>
          <p:nvPr>
            <p:ph type="body" sz="quarter" idx="13"/>
          </p:nvPr>
        </p:nvSpPr>
        <p:spPr>
          <a:xfrm>
            <a:off x="444500" y="2565292"/>
            <a:ext cx="6718300" cy="2048257"/>
          </a:xfrm>
        </p:spPr>
        <p:txBody>
          <a:bodyPr/>
          <a:lstStyle/>
          <a:p>
            <a:r>
              <a:rPr lang="en-IN" sz="1400" dirty="0"/>
              <a:t>This analysis identifies users who contribute the highest number of posts, indicating consistent content creation and platform participation.</a:t>
            </a:r>
          </a:p>
          <a:p>
            <a:r>
              <a:rPr lang="en-IN" sz="1400" dirty="0"/>
              <a:t> Regular content creators help maintain platform activity and generate more opportunities for user interaction and community engagement.</a:t>
            </a:r>
          </a:p>
          <a:p>
            <a:r>
              <a:rPr lang="en-IN" sz="1400" dirty="0"/>
              <a:t> Businesses can collaborate with these users to promote products, launch campaigns, and increase brand visibility through frequent content sharing.</a:t>
            </a:r>
          </a:p>
          <a:p>
            <a:endParaRPr lang="en-IN" dirty="0"/>
          </a:p>
        </p:txBody>
      </p:sp>
      <p:graphicFrame>
        <p:nvGraphicFramePr>
          <p:cNvPr id="5" name="Chart 4">
            <a:extLst>
              <a:ext uri="{FF2B5EF4-FFF2-40B4-BE49-F238E27FC236}">
                <a16:creationId xmlns:a16="http://schemas.microsoft.com/office/drawing/2014/main" id="{E6BBA15B-B7B5-7E1C-482C-ACF7CE828623}"/>
              </a:ext>
            </a:extLst>
          </p:cNvPr>
          <p:cNvGraphicFramePr>
            <a:graphicFrameLocks/>
          </p:cNvGraphicFramePr>
          <p:nvPr>
            <p:extLst>
              <p:ext uri="{D42A27DB-BD31-4B8C-83A1-F6EECF244321}">
                <p14:modId xmlns:p14="http://schemas.microsoft.com/office/powerpoint/2010/main" val="4087825839"/>
              </p:ext>
            </p:extLst>
          </p:nvPr>
        </p:nvGraphicFramePr>
        <p:xfrm>
          <a:off x="7403432" y="2217821"/>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43953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FB96-FEE4-6063-9273-515B12062E4D}"/>
              </a:ext>
            </a:extLst>
          </p:cNvPr>
          <p:cNvSpPr>
            <a:spLocks noGrp="1"/>
          </p:cNvSpPr>
          <p:nvPr>
            <p:ph type="title"/>
          </p:nvPr>
        </p:nvSpPr>
        <p:spPr>
          <a:xfrm>
            <a:off x="444500" y="542925"/>
            <a:ext cx="11214100" cy="590931"/>
          </a:xfrm>
        </p:spPr>
        <p:txBody>
          <a:bodyPr/>
          <a:lstStyle/>
          <a:p>
            <a:pPr algn="ctr"/>
            <a:r>
              <a:rPr lang="en-IN" sz="1800" dirty="0"/>
              <a:t>Number of Inactive Users</a:t>
            </a:r>
            <a:br>
              <a:rPr lang="en-IN" sz="1800" dirty="0"/>
            </a:br>
            <a:endParaRPr lang="en-IN" sz="1800" dirty="0"/>
          </a:p>
        </p:txBody>
      </p:sp>
      <p:sp>
        <p:nvSpPr>
          <p:cNvPr id="3" name="Slide Number Placeholder 2">
            <a:extLst>
              <a:ext uri="{FF2B5EF4-FFF2-40B4-BE49-F238E27FC236}">
                <a16:creationId xmlns:a16="http://schemas.microsoft.com/office/drawing/2014/main" id="{F163AA60-C405-CEDB-A9C6-111D6FAC296A}"/>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a:extLst>
              <a:ext uri="{FF2B5EF4-FFF2-40B4-BE49-F238E27FC236}">
                <a16:creationId xmlns:a16="http://schemas.microsoft.com/office/drawing/2014/main" id="{2A3FBCBF-152A-FF81-C58C-AEBCC6C27613}"/>
              </a:ext>
            </a:extLst>
          </p:cNvPr>
          <p:cNvSpPr>
            <a:spLocks noGrp="1"/>
          </p:cNvSpPr>
          <p:nvPr>
            <p:ph type="body" sz="quarter" idx="13"/>
          </p:nvPr>
        </p:nvSpPr>
        <p:spPr>
          <a:xfrm>
            <a:off x="444500" y="2286001"/>
            <a:ext cx="6718300" cy="3007512"/>
          </a:xfrm>
        </p:spPr>
        <p:txBody>
          <a:bodyPr/>
          <a:lstStyle/>
          <a:p>
            <a:r>
              <a:rPr lang="en-IN" sz="1400" dirty="0"/>
              <a:t> Users were classified as active if they had performed at least one interaction, such as uploading a photo, liking a post, or posting a comment. Users with no recorded activity were classified as inactive.</a:t>
            </a:r>
          </a:p>
          <a:p>
            <a:r>
              <a:rPr lang="en-IN" sz="1400" dirty="0"/>
              <a:t> The distribution of active and inactive users provides a clear indication of overall platform participation and helps evaluate the effectiveness of user engagement strategies.</a:t>
            </a:r>
          </a:p>
          <a:p>
            <a:r>
              <a:rPr lang="en-IN" sz="1400" dirty="0"/>
              <a:t> Identifying inactive users enables businesses to design personalized re-engagement campaigns, while active users can be retained through rewards, exclusive features, and targeted community initiatives.</a:t>
            </a:r>
          </a:p>
          <a:p>
            <a:endParaRPr lang="en-IN" dirty="0"/>
          </a:p>
        </p:txBody>
      </p:sp>
      <p:graphicFrame>
        <p:nvGraphicFramePr>
          <p:cNvPr id="5" name="Chart 4">
            <a:extLst>
              <a:ext uri="{FF2B5EF4-FFF2-40B4-BE49-F238E27FC236}">
                <a16:creationId xmlns:a16="http://schemas.microsoft.com/office/drawing/2014/main" id="{728A6D43-EC83-773A-7DC8-0997289CB856}"/>
              </a:ext>
            </a:extLst>
          </p:cNvPr>
          <p:cNvGraphicFramePr>
            <a:graphicFrameLocks/>
          </p:cNvGraphicFramePr>
          <p:nvPr>
            <p:extLst>
              <p:ext uri="{D42A27DB-BD31-4B8C-83A1-F6EECF244321}">
                <p14:modId xmlns:p14="http://schemas.microsoft.com/office/powerpoint/2010/main" val="646747300"/>
              </p:ext>
            </p:extLst>
          </p:nvPr>
        </p:nvGraphicFramePr>
        <p:xfrm>
          <a:off x="7267074" y="2160359"/>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48411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9A10-8B50-F9EA-827A-3212B0A19A5C}"/>
              </a:ext>
            </a:extLst>
          </p:cNvPr>
          <p:cNvSpPr>
            <a:spLocks noGrp="1"/>
          </p:cNvSpPr>
          <p:nvPr>
            <p:ph type="title"/>
          </p:nvPr>
        </p:nvSpPr>
        <p:spPr>
          <a:xfrm>
            <a:off x="444500" y="542925"/>
            <a:ext cx="11214100" cy="341632"/>
          </a:xfrm>
        </p:spPr>
        <p:txBody>
          <a:bodyPr/>
          <a:lstStyle/>
          <a:p>
            <a:pPr algn="ctr"/>
            <a:r>
              <a:rPr lang="en-IN" sz="1800" dirty="0"/>
              <a:t>Business Growth &amp; Expansion Strategy</a:t>
            </a:r>
          </a:p>
        </p:txBody>
      </p:sp>
      <p:sp>
        <p:nvSpPr>
          <p:cNvPr id="3" name="Slide Number Placeholder 2">
            <a:extLst>
              <a:ext uri="{FF2B5EF4-FFF2-40B4-BE49-F238E27FC236}">
                <a16:creationId xmlns:a16="http://schemas.microsoft.com/office/drawing/2014/main" id="{5D1888BE-F55D-ECEF-16B3-A59F0DD8CC6F}"/>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a:extLst>
              <a:ext uri="{FF2B5EF4-FFF2-40B4-BE49-F238E27FC236}">
                <a16:creationId xmlns:a16="http://schemas.microsoft.com/office/drawing/2014/main" id="{97E8CF74-C8EC-6D07-A3B6-81899B2F461F}"/>
              </a:ext>
            </a:extLst>
          </p:cNvPr>
          <p:cNvSpPr>
            <a:spLocks noGrp="1"/>
          </p:cNvSpPr>
          <p:nvPr>
            <p:ph type="body" sz="quarter" idx="13"/>
          </p:nvPr>
        </p:nvSpPr>
        <p:spPr>
          <a:xfrm>
            <a:off x="444500" y="2191620"/>
            <a:ext cx="5686425" cy="3095744"/>
          </a:xfrm>
        </p:spPr>
        <p:txBody>
          <a:bodyPr/>
          <a:lstStyle/>
          <a:p>
            <a:r>
              <a:rPr lang="en-IN" sz="1400" dirty="0"/>
              <a:t>The analysis identified high-performing hashtags and highly engaged users, indicating content categories and communities that attract the greatest audience interaction. These trends can guide future marketing and expansion initiatives.</a:t>
            </a:r>
          </a:p>
          <a:p>
            <a:r>
              <a:rPr lang="en-IN" sz="1400" dirty="0"/>
              <a:t> Businesses can collaborate with influential creators and focus on trending content themes to increase user acquisition, strengthen brand awareness, and improve engagement in both existing and emerging markets.</a:t>
            </a:r>
          </a:p>
          <a:p>
            <a:r>
              <a:rPr lang="en-IN" sz="1400" dirty="0"/>
              <a:t> Although the dataset does not contain geographical information, the engagement patterns provide a foundation for planning targeted marketing campaigns and future platform expansion when combined with regional market data.</a:t>
            </a:r>
          </a:p>
          <a:p>
            <a:endParaRPr lang="en-IN" dirty="0"/>
          </a:p>
        </p:txBody>
      </p:sp>
      <p:pic>
        <p:nvPicPr>
          <p:cNvPr id="6" name="Picture 5" descr="How META's expansion damage business quality and state budget?">
            <a:extLst>
              <a:ext uri="{FF2B5EF4-FFF2-40B4-BE49-F238E27FC236}">
                <a16:creationId xmlns:a16="http://schemas.microsoft.com/office/drawing/2014/main" id="{3E4228B1-B514-F690-D3A9-A986A82D966E}"/>
              </a:ext>
            </a:extLst>
          </p:cNvPr>
          <p:cNvPicPr>
            <a:picLocks noChangeAspect="1"/>
          </p:cNvPicPr>
          <p:nvPr/>
        </p:nvPicPr>
        <p:blipFill>
          <a:blip r:embed="rId2"/>
          <a:stretch>
            <a:fillRect/>
          </a:stretch>
        </p:blipFill>
        <p:spPr>
          <a:xfrm>
            <a:off x="6759964" y="2259106"/>
            <a:ext cx="5263593" cy="2960771"/>
          </a:xfrm>
          <a:prstGeom prst="rect">
            <a:avLst/>
          </a:prstGeom>
        </p:spPr>
      </p:pic>
    </p:spTree>
    <p:extLst>
      <p:ext uri="{BB962C8B-B14F-4D97-AF65-F5344CB8AC3E}">
        <p14:creationId xmlns:p14="http://schemas.microsoft.com/office/powerpoint/2010/main" val="161870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0B0F-9034-8895-85EF-DAD80277511B}"/>
              </a:ext>
            </a:extLst>
          </p:cNvPr>
          <p:cNvSpPr>
            <a:spLocks noGrp="1"/>
          </p:cNvSpPr>
          <p:nvPr>
            <p:ph type="title"/>
          </p:nvPr>
        </p:nvSpPr>
        <p:spPr>
          <a:xfrm>
            <a:off x="444500" y="542925"/>
            <a:ext cx="11214100" cy="341632"/>
          </a:xfrm>
        </p:spPr>
        <p:txBody>
          <a:bodyPr/>
          <a:lstStyle/>
          <a:p>
            <a:pPr algn="ctr"/>
            <a:r>
              <a:rPr lang="en-US" sz="1800" dirty="0"/>
              <a:t>Conclusion</a:t>
            </a:r>
            <a:endParaRPr lang="en-IN" sz="1800" dirty="0"/>
          </a:p>
        </p:txBody>
      </p:sp>
      <p:sp>
        <p:nvSpPr>
          <p:cNvPr id="3" name="Slide Number Placeholder 2">
            <a:extLst>
              <a:ext uri="{FF2B5EF4-FFF2-40B4-BE49-F238E27FC236}">
                <a16:creationId xmlns:a16="http://schemas.microsoft.com/office/drawing/2014/main" id="{7CFFBC3B-C498-E8F5-D423-C50C5DD8E249}"/>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 Placeholder 3">
            <a:extLst>
              <a:ext uri="{FF2B5EF4-FFF2-40B4-BE49-F238E27FC236}">
                <a16:creationId xmlns:a16="http://schemas.microsoft.com/office/drawing/2014/main" id="{B9480BB6-92C9-A476-8962-512A40F8A7BC}"/>
              </a:ext>
            </a:extLst>
          </p:cNvPr>
          <p:cNvSpPr>
            <a:spLocks noGrp="1"/>
          </p:cNvSpPr>
          <p:nvPr>
            <p:ph type="body" sz="quarter" idx="13"/>
          </p:nvPr>
        </p:nvSpPr>
        <p:spPr>
          <a:xfrm>
            <a:off x="2321427" y="2042479"/>
            <a:ext cx="6718300" cy="4093243"/>
          </a:xfrm>
        </p:spPr>
        <p:txBody>
          <a:bodyPr/>
          <a:lstStyle/>
          <a:p>
            <a:r>
              <a:rPr lang="en-IN" sz="1400" dirty="0"/>
              <a:t> The SQL analysis successfully transformed raw Instagram data into meaningful business insights by evaluating user engagement, content performance, hashtag usage, and overall platform activity. These insights demonstrate the value of data-driven decision-making.</a:t>
            </a:r>
          </a:p>
          <a:p>
            <a:r>
              <a:rPr lang="en-IN" sz="1400" dirty="0"/>
              <a:t> The project identified highly engaged users, trending hashtags, and user activity patterns that can support influencer marketing, targeted advertising, user retention strategies, and future business growth initiatives.</a:t>
            </a:r>
          </a:p>
          <a:p>
            <a:r>
              <a:rPr lang="en-IN" sz="1400" dirty="0"/>
              <a:t> Overall, the project highlights how SQL can be effectively used to analyse relational databases, solve real-world business problems, and provide actionable recommendations that improve marketing performance and user engagement.</a:t>
            </a:r>
          </a:p>
          <a:p>
            <a:endParaRPr lang="en-IN" dirty="0"/>
          </a:p>
        </p:txBody>
      </p:sp>
    </p:spTree>
    <p:extLst>
      <p:ext uri="{BB962C8B-B14F-4D97-AF65-F5344CB8AC3E}">
        <p14:creationId xmlns:p14="http://schemas.microsoft.com/office/powerpoint/2010/main" val="3328724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7EFD-A427-9946-B324-39E6EBCEFC85}"/>
              </a:ext>
            </a:extLst>
          </p:cNvPr>
          <p:cNvSpPr>
            <a:spLocks noGrp="1"/>
          </p:cNvSpPr>
          <p:nvPr>
            <p:ph type="title"/>
          </p:nvPr>
        </p:nvSpPr>
        <p:spPr>
          <a:xfrm>
            <a:off x="444500" y="542925"/>
            <a:ext cx="11214100" cy="341632"/>
          </a:xfrm>
        </p:spPr>
        <p:txBody>
          <a:bodyPr/>
          <a:lstStyle/>
          <a:p>
            <a:pPr algn="ctr"/>
            <a:r>
              <a:rPr lang="en-US" sz="1800" dirty="0"/>
              <a:t>Recommendations</a:t>
            </a:r>
            <a:endParaRPr lang="en-IN" sz="1800" dirty="0"/>
          </a:p>
        </p:txBody>
      </p:sp>
      <p:sp>
        <p:nvSpPr>
          <p:cNvPr id="3" name="Slide Number Placeholder 2">
            <a:extLst>
              <a:ext uri="{FF2B5EF4-FFF2-40B4-BE49-F238E27FC236}">
                <a16:creationId xmlns:a16="http://schemas.microsoft.com/office/drawing/2014/main" id="{3E0906CA-178C-91FD-8591-7673CB0F993A}"/>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Text Placeholder 3">
            <a:extLst>
              <a:ext uri="{FF2B5EF4-FFF2-40B4-BE49-F238E27FC236}">
                <a16:creationId xmlns:a16="http://schemas.microsoft.com/office/drawing/2014/main" id="{3BC40D43-BF09-5BD2-00D3-19577FCBAE7D}"/>
              </a:ext>
            </a:extLst>
          </p:cNvPr>
          <p:cNvSpPr>
            <a:spLocks noGrp="1"/>
          </p:cNvSpPr>
          <p:nvPr>
            <p:ph type="body" sz="quarter" idx="13"/>
          </p:nvPr>
        </p:nvSpPr>
        <p:spPr>
          <a:xfrm>
            <a:off x="144379" y="2037299"/>
            <a:ext cx="6718300" cy="2654586"/>
          </a:xfrm>
        </p:spPr>
        <p:txBody>
          <a:bodyPr/>
          <a:lstStyle/>
          <a:p>
            <a:r>
              <a:rPr lang="en-IN" sz="1400" dirty="0"/>
              <a:t> Collaborate with highly engaged users and potential influencers identified through the analysis to increase brand awareness, improve campaign reach, and encourage greater community participation.</a:t>
            </a:r>
          </a:p>
          <a:p>
            <a:r>
              <a:rPr lang="en-IN" sz="1400" dirty="0"/>
              <a:t> Incorporate high-performing and frequently used hashtags into future marketing campaigns, as they consistently attract higher user engagement and improve content discoverability across the platform.</a:t>
            </a:r>
          </a:p>
          <a:p>
            <a:r>
              <a:rPr lang="en-IN" sz="1400" dirty="0"/>
              <a:t> Develop personalized re-engagement strategies for inactive users through targeted notifications, content recommendations, and promotional campaigns, while rewarding active users with exclusive features or recognition to improve long-term user retention.</a:t>
            </a:r>
          </a:p>
          <a:p>
            <a:endParaRPr lang="en-IN" dirty="0"/>
          </a:p>
        </p:txBody>
      </p:sp>
      <p:pic>
        <p:nvPicPr>
          <p:cNvPr id="5" name="Picture 4" descr="Recommendation Guidelines">
            <a:extLst>
              <a:ext uri="{FF2B5EF4-FFF2-40B4-BE49-F238E27FC236}">
                <a16:creationId xmlns:a16="http://schemas.microsoft.com/office/drawing/2014/main" id="{B224DA0D-B758-C978-7D63-5565AE6FE03F}"/>
              </a:ext>
            </a:extLst>
          </p:cNvPr>
          <p:cNvPicPr>
            <a:picLocks noChangeAspect="1"/>
          </p:cNvPicPr>
          <p:nvPr/>
        </p:nvPicPr>
        <p:blipFill>
          <a:blip r:embed="rId2"/>
          <a:stretch>
            <a:fillRect/>
          </a:stretch>
        </p:blipFill>
        <p:spPr>
          <a:xfrm>
            <a:off x="7244353" y="1993123"/>
            <a:ext cx="4803268" cy="2698762"/>
          </a:xfrm>
          <a:prstGeom prst="rect">
            <a:avLst/>
          </a:prstGeom>
        </p:spPr>
      </p:pic>
    </p:spTree>
    <p:extLst>
      <p:ext uri="{BB962C8B-B14F-4D97-AF65-F5344CB8AC3E}">
        <p14:creationId xmlns:p14="http://schemas.microsoft.com/office/powerpoint/2010/main" val="2042743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A628C-FA21-E4DB-5C78-22EFBEDFD2CB}"/>
              </a:ext>
            </a:extLst>
          </p:cNvPr>
          <p:cNvSpPr>
            <a:spLocks noGrp="1"/>
          </p:cNvSpPr>
          <p:nvPr>
            <p:ph type="title"/>
          </p:nvPr>
        </p:nvSpPr>
        <p:spPr>
          <a:xfrm>
            <a:off x="444500" y="542925"/>
            <a:ext cx="11214100" cy="341632"/>
          </a:xfrm>
        </p:spPr>
        <p:txBody>
          <a:bodyPr/>
          <a:lstStyle/>
          <a:p>
            <a:pPr algn="ctr"/>
            <a:r>
              <a:rPr lang="en-US" sz="1800" dirty="0"/>
              <a:t>References </a:t>
            </a:r>
            <a:endParaRPr lang="en-IN" sz="1800" dirty="0"/>
          </a:p>
        </p:txBody>
      </p:sp>
      <p:sp>
        <p:nvSpPr>
          <p:cNvPr id="3" name="Slide Number Placeholder 2">
            <a:extLst>
              <a:ext uri="{FF2B5EF4-FFF2-40B4-BE49-F238E27FC236}">
                <a16:creationId xmlns:a16="http://schemas.microsoft.com/office/drawing/2014/main" id="{FCF901C7-BD29-76A0-6490-DCE8033E849C}"/>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Text Placeholder 3">
            <a:extLst>
              <a:ext uri="{FF2B5EF4-FFF2-40B4-BE49-F238E27FC236}">
                <a16:creationId xmlns:a16="http://schemas.microsoft.com/office/drawing/2014/main" id="{74722C21-7D08-CFD8-ACC3-A3C23ACAA15A}"/>
              </a:ext>
            </a:extLst>
          </p:cNvPr>
          <p:cNvSpPr>
            <a:spLocks noGrp="1"/>
          </p:cNvSpPr>
          <p:nvPr>
            <p:ph type="body" sz="quarter" idx="13"/>
          </p:nvPr>
        </p:nvSpPr>
        <p:spPr>
          <a:xfrm>
            <a:off x="444500" y="1440901"/>
            <a:ext cx="6718300" cy="4093243"/>
          </a:xfrm>
        </p:spPr>
        <p:txBody>
          <a:bodyPr/>
          <a:lstStyle/>
          <a:p>
            <a:r>
              <a:rPr lang="en-IN" sz="1100" dirty="0"/>
              <a:t>Meta Platforms, Inc. (2025). </a:t>
            </a:r>
            <a:r>
              <a:rPr lang="en-IN" sz="1100" i="1" dirty="0"/>
              <a:t>About Instagram</a:t>
            </a:r>
            <a:r>
              <a:rPr lang="en-IN" sz="1100" dirty="0"/>
              <a:t>. </a:t>
            </a:r>
            <a:r>
              <a:rPr lang="en-IN" sz="1100" dirty="0">
                <a:hlinkClick r:id="rId2"/>
              </a:rPr>
              <a:t>https://about.instagram.com/</a:t>
            </a:r>
            <a:endParaRPr lang="en-IN" sz="1100" dirty="0"/>
          </a:p>
          <a:p>
            <a:pPr marL="0" indent="0">
              <a:buNone/>
            </a:pPr>
            <a:r>
              <a:rPr lang="en-IN" sz="1100" i="1" dirty="0"/>
              <a:t>(Used for the Introduction and Basic Working of Instagram.)</a:t>
            </a:r>
          </a:p>
          <a:p>
            <a:pPr marL="0" indent="0">
              <a:buNone/>
            </a:pPr>
            <a:endParaRPr lang="en-IN" sz="1100" dirty="0"/>
          </a:p>
          <a:p>
            <a:r>
              <a:rPr lang="en-IN" sz="1100" dirty="0"/>
              <a:t>Oracle Corporation. (2025). </a:t>
            </a:r>
            <a:r>
              <a:rPr lang="en-IN" sz="1100" i="1" dirty="0"/>
              <a:t>MySQL 8.0 Reference Manual</a:t>
            </a:r>
            <a:r>
              <a:rPr lang="en-IN" sz="1100" dirty="0"/>
              <a:t>. </a:t>
            </a:r>
            <a:r>
              <a:rPr lang="en-IN" sz="1100" dirty="0">
                <a:hlinkClick r:id="rId3"/>
              </a:rPr>
              <a:t>https://dev.mysql.com/doc/</a:t>
            </a:r>
            <a:endParaRPr lang="en-IN" sz="1100" dirty="0"/>
          </a:p>
          <a:p>
            <a:pPr marL="0" indent="0">
              <a:buNone/>
            </a:pPr>
            <a:r>
              <a:rPr lang="en-IN" sz="1100" i="1" dirty="0"/>
              <a:t>(Used for SQL concepts and query development.)</a:t>
            </a:r>
          </a:p>
          <a:p>
            <a:pPr marL="0" indent="0">
              <a:buNone/>
            </a:pPr>
            <a:endParaRPr lang="en-IN" sz="1100" dirty="0"/>
          </a:p>
          <a:p>
            <a:r>
              <a:rPr lang="en-IN" sz="1100" dirty="0"/>
              <a:t>Newton School. (2026). </a:t>
            </a:r>
            <a:r>
              <a:rPr lang="en-IN" sz="1100" i="1" dirty="0"/>
              <a:t>Instagram Clone SQL Database and Project Dataset.</a:t>
            </a:r>
            <a:endParaRPr lang="en-IN" sz="1100" dirty="0"/>
          </a:p>
          <a:p>
            <a:pPr marL="0" indent="0">
              <a:buNone/>
            </a:pPr>
            <a:r>
              <a:rPr lang="en-IN" sz="1100" i="1" dirty="0"/>
              <a:t>(Primary dataset used for analysis.)</a:t>
            </a:r>
          </a:p>
          <a:p>
            <a:pPr marL="0" indent="0">
              <a:buNone/>
            </a:pPr>
            <a:endParaRPr lang="en-IN" sz="1100" dirty="0"/>
          </a:p>
          <a:p>
            <a:r>
              <a:rPr lang="en-IN" sz="1100" dirty="0"/>
              <a:t>Google Images. (Accessed: June 2026). </a:t>
            </a:r>
            <a:r>
              <a:rPr lang="en-IN" sz="1100" dirty="0">
                <a:hlinkClick r:id="rId4"/>
              </a:rPr>
              <a:t>https://images.google.com/</a:t>
            </a:r>
            <a:endParaRPr lang="en-IN" sz="1100" dirty="0"/>
          </a:p>
          <a:p>
            <a:pPr marL="0" indent="0">
              <a:buNone/>
            </a:pPr>
            <a:r>
              <a:rPr lang="en-IN" sz="1100" i="1" dirty="0"/>
              <a:t>(Used for Instagram logo, database illustrations, and presentation images.)</a:t>
            </a:r>
          </a:p>
          <a:p>
            <a:pPr marL="0" indent="0">
              <a:buNone/>
            </a:pPr>
            <a:endParaRPr lang="en-IN" sz="1100" dirty="0"/>
          </a:p>
          <a:p>
            <a:r>
              <a:rPr lang="en-IN" sz="1100" dirty="0"/>
              <a:t>Microsoft Support. (2025). </a:t>
            </a:r>
            <a:r>
              <a:rPr lang="en-IN" sz="1100" i="1" dirty="0"/>
              <a:t>Microsoft Excel Documentation</a:t>
            </a:r>
            <a:r>
              <a:rPr lang="en-IN" sz="1100" dirty="0"/>
              <a:t>. </a:t>
            </a:r>
            <a:r>
              <a:rPr lang="en-IN" sz="1100" dirty="0">
                <a:hlinkClick r:id="rId5"/>
              </a:rPr>
              <a:t>https://support.microsoft.com/excel</a:t>
            </a:r>
            <a:endParaRPr lang="en-IN" sz="1100" dirty="0"/>
          </a:p>
          <a:p>
            <a:pPr marL="0" indent="0">
              <a:buNone/>
            </a:pPr>
            <a:r>
              <a:rPr lang="en-IN" sz="1100" i="1" dirty="0"/>
              <a:t>(Used for chart creation and visualization.)</a:t>
            </a:r>
          </a:p>
          <a:p>
            <a:pPr marL="0" indent="0">
              <a:buNone/>
            </a:pPr>
            <a:endParaRPr lang="en-IN" sz="1100" dirty="0"/>
          </a:p>
          <a:p>
            <a:r>
              <a:rPr lang="en-IN" sz="1100" dirty="0"/>
              <a:t>W3Schools. (2025). </a:t>
            </a:r>
            <a:r>
              <a:rPr lang="en-IN" sz="1100" i="1" dirty="0"/>
              <a:t>SQL Tutorial and Reference</a:t>
            </a:r>
            <a:r>
              <a:rPr lang="en-IN" sz="1100" dirty="0"/>
              <a:t>. </a:t>
            </a:r>
            <a:r>
              <a:rPr lang="en-IN" sz="1100" dirty="0">
                <a:hlinkClick r:id="rId6"/>
              </a:rPr>
              <a:t>https://www.w3schools.com/sql/</a:t>
            </a:r>
            <a:endParaRPr lang="en-IN" sz="1100" dirty="0"/>
          </a:p>
          <a:p>
            <a:pPr marL="0" indent="0">
              <a:buNone/>
            </a:pPr>
            <a:r>
              <a:rPr lang="en-IN" sz="1100" i="1" dirty="0"/>
              <a:t>(Used as a reference for SQL syntax and functions.)</a:t>
            </a:r>
            <a:endParaRPr lang="en-IN" sz="1100" dirty="0"/>
          </a:p>
          <a:p>
            <a:endParaRPr lang="en-IN" dirty="0"/>
          </a:p>
        </p:txBody>
      </p:sp>
      <p:pic>
        <p:nvPicPr>
          <p:cNvPr id="5" name="Picture 2" descr="References vs Bibliography vs Works Cited: What's The Difference? - Grad  Coach">
            <a:extLst>
              <a:ext uri="{FF2B5EF4-FFF2-40B4-BE49-F238E27FC236}">
                <a16:creationId xmlns:a16="http://schemas.microsoft.com/office/drawing/2014/main" id="{0FBB552C-BB0E-BCCD-7FD4-34E24A195D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3131" y="1842842"/>
            <a:ext cx="4937125" cy="3289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570123"/>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705</TotalTime>
  <Words>1236</Words>
  <Application>Microsoft Office PowerPoint</Application>
  <PresentationFormat>Widescreen</PresentationFormat>
  <Paragraphs>85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(Body)</vt:lpstr>
      <vt:lpstr>Calibri</vt:lpstr>
      <vt:lpstr>Trade Gothic LT Pro</vt:lpstr>
      <vt:lpstr>Trebuchet MS</vt:lpstr>
      <vt:lpstr>Office Theme</vt:lpstr>
      <vt:lpstr>Meta </vt:lpstr>
      <vt:lpstr>Problem Statement</vt:lpstr>
      <vt:lpstr>Data Scheme Representation</vt:lpstr>
      <vt:lpstr>Introduction</vt:lpstr>
      <vt:lpstr>Basic Working of Meta (Instagram)</vt:lpstr>
      <vt:lpstr>Quick View of Dataset </vt:lpstr>
      <vt:lpstr>Methodology</vt:lpstr>
      <vt:lpstr>Top User Engagement Analysis</vt:lpstr>
      <vt:lpstr>Most Popular Hashtags</vt:lpstr>
      <vt:lpstr>Most Active Users by Number of Posts</vt:lpstr>
      <vt:lpstr>Number of Inactive Users </vt:lpstr>
      <vt:lpstr>Business Growth &amp; Expansion Strategy</vt:lpstr>
      <vt:lpstr>Conclusion</vt:lpstr>
      <vt:lpstr>Recommendations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Lochan S M</dc:creator>
  <cp:lastModifiedBy>Lochan S M</cp:lastModifiedBy>
  <cp:revision>1</cp:revision>
  <dcterms:created xsi:type="dcterms:W3CDTF">2026-07-04T06:00:42Z</dcterms:created>
  <dcterms:modified xsi:type="dcterms:W3CDTF">2026-07-16T09:25:29Z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